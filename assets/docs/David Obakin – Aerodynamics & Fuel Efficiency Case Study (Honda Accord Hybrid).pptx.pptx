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notesMasterIdLst>
    <p:notesMasterId r:id="rId21"/>
  </p:notesMasterIdLst>
  <p:sldIdLst>
    <p:sldId id="256" r:id="rId2"/>
    <p:sldId id="258" r:id="rId3"/>
    <p:sldId id="263" r:id="rId4"/>
    <p:sldId id="262" r:id="rId5"/>
    <p:sldId id="261" r:id="rId6"/>
    <p:sldId id="265" r:id="rId7"/>
    <p:sldId id="264" r:id="rId8"/>
    <p:sldId id="260" r:id="rId9"/>
    <p:sldId id="277" r:id="rId10"/>
    <p:sldId id="266" r:id="rId11"/>
    <p:sldId id="267" r:id="rId12"/>
    <p:sldId id="268" r:id="rId13"/>
    <p:sldId id="269" r:id="rId14"/>
    <p:sldId id="271" r:id="rId15"/>
    <p:sldId id="274" r:id="rId16"/>
    <p:sldId id="276" r:id="rId17"/>
    <p:sldId id="275" r:id="rId18"/>
    <p:sldId id="278" r:id="rId19"/>
    <p:sldId id="25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1596C6-0AB2-3A78-E865-9E4964E2EDCA}" v="499" dt="2026-05-05T00:37:08.262"/>
    <p1510:client id="{296794AD-56F2-22CD-8FDC-A364320DC851}" v="1466" dt="2026-05-06T19:25:01.987"/>
    <p1510:client id="{3AF43466-6F1E-4294-A4A8-E9B4D507322E}" v="179" dt="2026-05-06T19:17:32.189"/>
    <p1510:client id="{4215F1C7-163E-5C48-5F62-A1B55D063011}" v="1077" dt="2026-05-06T09:46:07.390"/>
    <p1510:client id="{A1C2F4C9-13A3-18E7-AE92-F7C48645BB54}" v="5" dt="2026-05-06T14:32:28.950"/>
    <p1510:client id="{DF29EBDB-8CE6-065A-0905-73411B5CDA1B}" v="305" dt="2026-05-06T15:08:55.4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Hatzis" userId="S::mhatzis@hawk.illinoistech.edu::f8bf0336-080d-422c-8829-c28026e2c4cb" providerId="AD" clId="Web-{4215F1C7-163E-5C48-5F62-A1B55D063011}"/>
    <pc:docChg chg="addSld modSld">
      <pc:chgData name="Michael Hatzis" userId="S::mhatzis@hawk.illinoistech.edu::f8bf0336-080d-422c-8829-c28026e2c4cb" providerId="AD" clId="Web-{4215F1C7-163E-5C48-5F62-A1B55D063011}" dt="2026-05-06T09:46:07.390" v="939" actId="20577"/>
      <pc:docMkLst>
        <pc:docMk/>
      </pc:docMkLst>
      <pc:sldChg chg="modSp">
        <pc:chgData name="Michael Hatzis" userId="S::mhatzis@hawk.illinoistech.edu::f8bf0336-080d-422c-8829-c28026e2c4cb" providerId="AD" clId="Web-{4215F1C7-163E-5C48-5F62-A1B55D063011}" dt="2026-05-06T08:57:30.918" v="690" actId="20577"/>
        <pc:sldMkLst>
          <pc:docMk/>
          <pc:sldMk cId="1183680456" sldId="260"/>
        </pc:sldMkLst>
        <pc:spChg chg="mod">
          <ac:chgData name="Michael Hatzis" userId="S::mhatzis@hawk.illinoistech.edu::f8bf0336-080d-422c-8829-c28026e2c4cb" providerId="AD" clId="Web-{4215F1C7-163E-5C48-5F62-A1B55D063011}" dt="2026-05-06T08:57:30.918" v="690" actId="20577"/>
          <ac:spMkLst>
            <pc:docMk/>
            <pc:sldMk cId="1183680456" sldId="260"/>
            <ac:spMk id="4" creationId="{449BBE02-BF1B-31C7-9586-AC511CECFA2A}"/>
          </ac:spMkLst>
        </pc:spChg>
        <pc:spChg chg="mod">
          <ac:chgData name="Michael Hatzis" userId="S::mhatzis@hawk.illinoistech.edu::f8bf0336-080d-422c-8829-c28026e2c4cb" providerId="AD" clId="Web-{4215F1C7-163E-5C48-5F62-A1B55D063011}" dt="2026-05-06T08:57:23.355" v="688" actId="20577"/>
          <ac:spMkLst>
            <pc:docMk/>
            <pc:sldMk cId="1183680456" sldId="260"/>
            <ac:spMk id="7" creationId="{EF9A24AD-BE00-F8E0-53A6-EB3038CFF87D}"/>
          </ac:spMkLst>
        </pc:spChg>
      </pc:sldChg>
      <pc:sldChg chg="modSp">
        <pc:chgData name="Michael Hatzis" userId="S::mhatzis@hawk.illinoistech.edu::f8bf0336-080d-422c-8829-c28026e2c4cb" providerId="AD" clId="Web-{4215F1C7-163E-5C48-5F62-A1B55D063011}" dt="2026-05-06T02:26:24.130" v="142" actId="20577"/>
        <pc:sldMkLst>
          <pc:docMk/>
          <pc:sldMk cId="2922807242" sldId="264"/>
        </pc:sldMkLst>
        <pc:spChg chg="mod">
          <ac:chgData name="Michael Hatzis" userId="S::mhatzis@hawk.illinoistech.edu::f8bf0336-080d-422c-8829-c28026e2c4cb" providerId="AD" clId="Web-{4215F1C7-163E-5C48-5F62-A1B55D063011}" dt="2026-05-06T02:25:56.864" v="133" actId="20577"/>
          <ac:spMkLst>
            <pc:docMk/>
            <pc:sldMk cId="2922807242" sldId="264"/>
            <ac:spMk id="8" creationId="{14FE129A-717B-4F7F-0538-A17EE6ED5321}"/>
          </ac:spMkLst>
        </pc:spChg>
        <pc:spChg chg="mod">
          <ac:chgData name="Michael Hatzis" userId="S::mhatzis@hawk.illinoistech.edu::f8bf0336-080d-422c-8829-c28026e2c4cb" providerId="AD" clId="Web-{4215F1C7-163E-5C48-5F62-A1B55D063011}" dt="2026-05-06T02:26:24.130" v="142" actId="20577"/>
          <ac:spMkLst>
            <pc:docMk/>
            <pc:sldMk cId="2922807242" sldId="264"/>
            <ac:spMk id="10" creationId="{098C4E7A-3B38-CB7E-390C-64E87178D650}"/>
          </ac:spMkLst>
        </pc:spChg>
      </pc:sldChg>
      <pc:sldChg chg="addSp modSp">
        <pc:chgData name="Michael Hatzis" userId="S::mhatzis@hawk.illinoistech.edu::f8bf0336-080d-422c-8829-c28026e2c4cb" providerId="AD" clId="Web-{4215F1C7-163E-5C48-5F62-A1B55D063011}" dt="2026-05-06T08:26:58.369" v="556" actId="20577"/>
        <pc:sldMkLst>
          <pc:docMk/>
          <pc:sldMk cId="659292699" sldId="266"/>
        </pc:sldMkLst>
        <pc:spChg chg="mod">
          <ac:chgData name="Michael Hatzis" userId="S::mhatzis@hawk.illinoistech.edu::f8bf0336-080d-422c-8829-c28026e2c4cb" providerId="AD" clId="Web-{4215F1C7-163E-5C48-5F62-A1B55D063011}" dt="2026-05-06T08:26:58.369" v="556" actId="20577"/>
          <ac:spMkLst>
            <pc:docMk/>
            <pc:sldMk cId="659292699" sldId="266"/>
            <ac:spMk id="3" creationId="{1658A5DA-2656-7982-EF66-9139C0580A9F}"/>
          </ac:spMkLst>
        </pc:spChg>
        <pc:picChg chg="add mod">
          <ac:chgData name="Michael Hatzis" userId="S::mhatzis@hawk.illinoistech.edu::f8bf0336-080d-422c-8829-c28026e2c4cb" providerId="AD" clId="Web-{4215F1C7-163E-5C48-5F62-A1B55D063011}" dt="2026-05-06T08:26:47.213" v="555" actId="1076"/>
          <ac:picMkLst>
            <pc:docMk/>
            <pc:sldMk cId="659292699" sldId="266"/>
            <ac:picMk id="7" creationId="{C2AE4AEC-14C5-61E5-EC57-324711E988FD}"/>
          </ac:picMkLst>
        </pc:picChg>
      </pc:sldChg>
      <pc:sldChg chg="modSp">
        <pc:chgData name="Michael Hatzis" userId="S::mhatzis@hawk.illinoistech.edu::f8bf0336-080d-422c-8829-c28026e2c4cb" providerId="AD" clId="Web-{4215F1C7-163E-5C48-5F62-A1B55D063011}" dt="2026-05-06T08:24:42.086" v="545" actId="20577"/>
        <pc:sldMkLst>
          <pc:docMk/>
          <pc:sldMk cId="1744672613" sldId="267"/>
        </pc:sldMkLst>
        <pc:spChg chg="mod">
          <ac:chgData name="Michael Hatzis" userId="S::mhatzis@hawk.illinoistech.edu::f8bf0336-080d-422c-8829-c28026e2c4cb" providerId="AD" clId="Web-{4215F1C7-163E-5C48-5F62-A1B55D063011}" dt="2026-05-06T06:40:31.543" v="394" actId="20577"/>
          <ac:spMkLst>
            <pc:docMk/>
            <pc:sldMk cId="1744672613" sldId="267"/>
            <ac:spMk id="2" creationId="{C861C1A0-1DCD-D3A0-2066-FBBBFF806CD2}"/>
          </ac:spMkLst>
        </pc:spChg>
        <pc:spChg chg="mod">
          <ac:chgData name="Michael Hatzis" userId="S::mhatzis@hawk.illinoistech.edu::f8bf0336-080d-422c-8829-c28026e2c4cb" providerId="AD" clId="Web-{4215F1C7-163E-5C48-5F62-A1B55D063011}" dt="2026-05-06T08:24:42.086" v="545" actId="20577"/>
          <ac:spMkLst>
            <pc:docMk/>
            <pc:sldMk cId="1744672613" sldId="267"/>
            <ac:spMk id="8" creationId="{042AB34B-C06D-C329-654E-2C0F8651AF0E}"/>
          </ac:spMkLst>
        </pc:spChg>
      </pc:sldChg>
      <pc:sldChg chg="modSp">
        <pc:chgData name="Michael Hatzis" userId="S::mhatzis@hawk.illinoistech.edu::f8bf0336-080d-422c-8829-c28026e2c4cb" providerId="AD" clId="Web-{4215F1C7-163E-5C48-5F62-A1B55D063011}" dt="2026-05-06T08:25:45.587" v="553" actId="20577"/>
        <pc:sldMkLst>
          <pc:docMk/>
          <pc:sldMk cId="3928670690" sldId="268"/>
        </pc:sldMkLst>
        <pc:spChg chg="mod">
          <ac:chgData name="Michael Hatzis" userId="S::mhatzis@hawk.illinoistech.edu::f8bf0336-080d-422c-8829-c28026e2c4cb" providerId="AD" clId="Web-{4215F1C7-163E-5C48-5F62-A1B55D063011}" dt="2026-05-06T08:25:45.587" v="553" actId="20577"/>
          <ac:spMkLst>
            <pc:docMk/>
            <pc:sldMk cId="3928670690" sldId="268"/>
            <ac:spMk id="3" creationId="{606F6471-98E9-8292-306B-FBDFEC7CD128}"/>
          </ac:spMkLst>
        </pc:spChg>
      </pc:sldChg>
      <pc:sldChg chg="addSp delSp modSp">
        <pc:chgData name="Michael Hatzis" userId="S::mhatzis@hawk.illinoistech.edu::f8bf0336-080d-422c-8829-c28026e2c4cb" providerId="AD" clId="Web-{4215F1C7-163E-5C48-5F62-A1B55D063011}" dt="2026-05-06T08:56:40.996" v="687" actId="1076"/>
        <pc:sldMkLst>
          <pc:docMk/>
          <pc:sldMk cId="3580487381" sldId="271"/>
        </pc:sldMkLst>
        <pc:spChg chg="mod">
          <ac:chgData name="Michael Hatzis" userId="S::mhatzis@hawk.illinoistech.edu::f8bf0336-080d-422c-8829-c28026e2c4cb" providerId="AD" clId="Web-{4215F1C7-163E-5C48-5F62-A1B55D063011}" dt="2026-05-06T07:18:20.378" v="396" actId="20577"/>
          <ac:spMkLst>
            <pc:docMk/>
            <pc:sldMk cId="3580487381" sldId="271"/>
            <ac:spMk id="3" creationId="{2F72730A-EEF2-5B7C-5386-0126FA342239}"/>
          </ac:spMkLst>
        </pc:spChg>
        <pc:spChg chg="add del">
          <ac:chgData name="Michael Hatzis" userId="S::mhatzis@hawk.illinoistech.edu::f8bf0336-080d-422c-8829-c28026e2c4cb" providerId="AD" clId="Web-{4215F1C7-163E-5C48-5F62-A1B55D063011}" dt="2026-05-06T07:40:13.023" v="401"/>
          <ac:spMkLst>
            <pc:docMk/>
            <pc:sldMk cId="3580487381" sldId="271"/>
            <ac:spMk id="9" creationId="{F3FBB30C-F4E2-7CE7-D2DD-4966D10A6F3F}"/>
          </ac:spMkLst>
        </pc:spChg>
        <pc:spChg chg="add mod">
          <ac:chgData name="Michael Hatzis" userId="S::mhatzis@hawk.illinoistech.edu::f8bf0336-080d-422c-8829-c28026e2c4cb" providerId="AD" clId="Web-{4215F1C7-163E-5C48-5F62-A1B55D063011}" dt="2026-05-06T08:56:37.386" v="686" actId="20577"/>
          <ac:spMkLst>
            <pc:docMk/>
            <pc:sldMk cId="3580487381" sldId="271"/>
            <ac:spMk id="10" creationId="{1739F195-C064-DBCE-72B9-7CD0E733C6D7}"/>
          </ac:spMkLst>
        </pc:spChg>
        <pc:picChg chg="add mod">
          <ac:chgData name="Michael Hatzis" userId="S::mhatzis@hawk.illinoistech.edu::f8bf0336-080d-422c-8829-c28026e2c4cb" providerId="AD" clId="Web-{4215F1C7-163E-5C48-5F62-A1B55D063011}" dt="2026-05-06T07:41:35.165" v="460" actId="1076"/>
          <ac:picMkLst>
            <pc:docMk/>
            <pc:sldMk cId="3580487381" sldId="271"/>
            <ac:picMk id="4" creationId="{D1F80631-527F-2049-2E59-84FCE08A59B6}"/>
          </ac:picMkLst>
        </pc:picChg>
        <pc:picChg chg="add mod">
          <ac:chgData name="Michael Hatzis" userId="S::mhatzis@hawk.illinoistech.edu::f8bf0336-080d-422c-8829-c28026e2c4cb" providerId="AD" clId="Web-{4215F1C7-163E-5C48-5F62-A1B55D063011}" dt="2026-05-06T08:56:40.996" v="687" actId="1076"/>
          <ac:picMkLst>
            <pc:docMk/>
            <pc:sldMk cId="3580487381" sldId="271"/>
            <ac:picMk id="8" creationId="{3814E8AF-4239-E489-F5C0-BC39F09DC593}"/>
          </ac:picMkLst>
        </pc:picChg>
      </pc:sldChg>
      <pc:sldChg chg="addSp delSp modSp">
        <pc:chgData name="Michael Hatzis" userId="S::mhatzis@hawk.illinoistech.edu::f8bf0336-080d-422c-8829-c28026e2c4cb" providerId="AD" clId="Web-{4215F1C7-163E-5C48-5F62-A1B55D063011}" dt="2026-05-06T09:44:25.061" v="841" actId="14100"/>
        <pc:sldMkLst>
          <pc:docMk/>
          <pc:sldMk cId="480055303" sldId="274"/>
        </pc:sldMkLst>
        <pc:spChg chg="mod">
          <ac:chgData name="Michael Hatzis" userId="S::mhatzis@hawk.illinoistech.edu::f8bf0336-080d-422c-8829-c28026e2c4cb" providerId="AD" clId="Web-{4215F1C7-163E-5C48-5F62-A1B55D063011}" dt="2026-05-06T08:53:44.728" v="646" actId="20577"/>
          <ac:spMkLst>
            <pc:docMk/>
            <pc:sldMk cId="480055303" sldId="274"/>
            <ac:spMk id="3" creationId="{A3C5272F-BD6D-A5E8-F2EA-718F15D6E75F}"/>
          </ac:spMkLst>
        </pc:spChg>
        <pc:spChg chg="add mod">
          <ac:chgData name="Michael Hatzis" userId="S::mhatzis@hawk.illinoistech.edu::f8bf0336-080d-422c-8829-c28026e2c4cb" providerId="AD" clId="Web-{4215F1C7-163E-5C48-5F62-A1B55D063011}" dt="2026-05-06T08:55:27.230" v="671" actId="20577"/>
          <ac:spMkLst>
            <pc:docMk/>
            <pc:sldMk cId="480055303" sldId="274"/>
            <ac:spMk id="9" creationId="{72A20DEB-550D-1937-6856-A9783EF795D7}"/>
          </ac:spMkLst>
        </pc:spChg>
        <pc:picChg chg="add del mod">
          <ac:chgData name="Michael Hatzis" userId="S::mhatzis@hawk.illinoistech.edu::f8bf0336-080d-422c-8829-c28026e2c4cb" providerId="AD" clId="Web-{4215F1C7-163E-5C48-5F62-A1B55D063011}" dt="2026-05-06T09:42:08.855" v="767"/>
          <ac:picMkLst>
            <pc:docMk/>
            <pc:sldMk cId="480055303" sldId="274"/>
            <ac:picMk id="4" creationId="{18DA83AD-4F62-CA7B-4EA6-E39AD9FFBAEF}"/>
          </ac:picMkLst>
        </pc:picChg>
        <pc:picChg chg="add del mod">
          <ac:chgData name="Michael Hatzis" userId="S::mhatzis@hawk.illinoistech.edu::f8bf0336-080d-422c-8829-c28026e2c4cb" providerId="AD" clId="Web-{4215F1C7-163E-5C48-5F62-A1B55D063011}" dt="2026-05-06T09:44:03.670" v="834"/>
          <ac:picMkLst>
            <pc:docMk/>
            <pc:sldMk cId="480055303" sldId="274"/>
            <ac:picMk id="8" creationId="{2C0FC985-D66A-23DE-5B7E-B12E05A5C38C}"/>
          </ac:picMkLst>
        </pc:picChg>
        <pc:picChg chg="add mod">
          <ac:chgData name="Michael Hatzis" userId="S::mhatzis@hawk.illinoistech.edu::f8bf0336-080d-422c-8829-c28026e2c4cb" providerId="AD" clId="Web-{4215F1C7-163E-5C48-5F62-A1B55D063011}" dt="2026-05-06T09:42:19.606" v="772" actId="14100"/>
          <ac:picMkLst>
            <pc:docMk/>
            <pc:sldMk cId="480055303" sldId="274"/>
            <ac:picMk id="10" creationId="{86990E08-2880-92DD-AE6E-9FF994F03238}"/>
          </ac:picMkLst>
        </pc:picChg>
        <pc:picChg chg="add mod">
          <ac:chgData name="Michael Hatzis" userId="S::mhatzis@hawk.illinoistech.edu::f8bf0336-080d-422c-8829-c28026e2c4cb" providerId="AD" clId="Web-{4215F1C7-163E-5C48-5F62-A1B55D063011}" dt="2026-05-06T09:44:25.061" v="841" actId="14100"/>
          <ac:picMkLst>
            <pc:docMk/>
            <pc:sldMk cId="480055303" sldId="274"/>
            <ac:picMk id="11" creationId="{CBE4FAE3-0922-A3DA-444A-B3716A7AB532}"/>
          </ac:picMkLst>
        </pc:picChg>
      </pc:sldChg>
      <pc:sldChg chg="modSp">
        <pc:chgData name="Michael Hatzis" userId="S::mhatzis@hawk.illinoistech.edu::f8bf0336-080d-422c-8829-c28026e2c4cb" providerId="AD" clId="Web-{4215F1C7-163E-5C48-5F62-A1B55D063011}" dt="2026-05-06T09:46:07.390" v="939" actId="20577"/>
        <pc:sldMkLst>
          <pc:docMk/>
          <pc:sldMk cId="838980652" sldId="275"/>
        </pc:sldMkLst>
        <pc:spChg chg="mod">
          <ac:chgData name="Michael Hatzis" userId="S::mhatzis@hawk.illinoistech.edu::f8bf0336-080d-422c-8829-c28026e2c4cb" providerId="AD" clId="Web-{4215F1C7-163E-5C48-5F62-A1B55D063011}" dt="2026-05-06T09:46:07.390" v="939" actId="20577"/>
          <ac:spMkLst>
            <pc:docMk/>
            <pc:sldMk cId="838980652" sldId="275"/>
            <ac:spMk id="3" creationId="{02DF9B97-C161-40AE-B09C-03DE79A0CF63}"/>
          </ac:spMkLst>
        </pc:spChg>
      </pc:sldChg>
      <pc:sldChg chg="addSp delSp modSp add replId">
        <pc:chgData name="Michael Hatzis" userId="S::mhatzis@hawk.illinoistech.edu::f8bf0336-080d-422c-8829-c28026e2c4cb" providerId="AD" clId="Web-{4215F1C7-163E-5C48-5F62-A1B55D063011}" dt="2026-05-06T09:45:10.780" v="867" actId="1076"/>
        <pc:sldMkLst>
          <pc:docMk/>
          <pc:sldMk cId="306470217" sldId="276"/>
        </pc:sldMkLst>
        <pc:spChg chg="mod">
          <ac:chgData name="Michael Hatzis" userId="S::mhatzis@hawk.illinoistech.edu::f8bf0336-080d-422c-8829-c28026e2c4cb" providerId="AD" clId="Web-{4215F1C7-163E-5C48-5F62-A1B55D063011}" dt="2026-05-06T09:42:53.216" v="815" actId="20577"/>
          <ac:spMkLst>
            <pc:docMk/>
            <pc:sldMk cId="306470217" sldId="276"/>
            <ac:spMk id="3" creationId="{14CBCC8F-8B48-5F5F-90E0-05A984A530E4}"/>
          </ac:spMkLst>
        </pc:spChg>
        <pc:spChg chg="mod">
          <ac:chgData name="Michael Hatzis" userId="S::mhatzis@hawk.illinoistech.edu::f8bf0336-080d-422c-8829-c28026e2c4cb" providerId="AD" clId="Web-{4215F1C7-163E-5C48-5F62-A1B55D063011}" dt="2026-05-06T09:44:50.249" v="858" actId="20577"/>
          <ac:spMkLst>
            <pc:docMk/>
            <pc:sldMk cId="306470217" sldId="276"/>
            <ac:spMk id="9" creationId="{A5BCC9BC-A90F-3075-D23F-EED5558C04BE}"/>
          </ac:spMkLst>
        </pc:spChg>
        <pc:picChg chg="del">
          <ac:chgData name="Michael Hatzis" userId="S::mhatzis@hawk.illinoistech.edu::f8bf0336-080d-422c-8829-c28026e2c4cb" providerId="AD" clId="Web-{4215F1C7-163E-5C48-5F62-A1B55D063011}" dt="2026-05-06T09:39:15.038" v="764"/>
          <ac:picMkLst>
            <pc:docMk/>
            <pc:sldMk cId="306470217" sldId="276"/>
            <ac:picMk id="4" creationId="{61C63B03-8956-00FD-0ACE-4EE0861971F0}"/>
          </ac:picMkLst>
        </pc:picChg>
        <pc:picChg chg="del">
          <ac:chgData name="Michael Hatzis" userId="S::mhatzis@hawk.illinoistech.edu::f8bf0336-080d-422c-8829-c28026e2c4cb" providerId="AD" clId="Web-{4215F1C7-163E-5C48-5F62-A1B55D063011}" dt="2026-05-06T09:39:16.757" v="765"/>
          <ac:picMkLst>
            <pc:docMk/>
            <pc:sldMk cId="306470217" sldId="276"/>
            <ac:picMk id="8" creationId="{04EFE890-6330-DDE6-69BC-A94E8797FEEF}"/>
          </ac:picMkLst>
        </pc:picChg>
        <pc:picChg chg="add mod">
          <ac:chgData name="Michael Hatzis" userId="S::mhatzis@hawk.illinoistech.edu::f8bf0336-080d-422c-8829-c28026e2c4cb" providerId="AD" clId="Web-{4215F1C7-163E-5C48-5F62-A1B55D063011}" dt="2026-05-06T09:43:14.435" v="818" actId="1076"/>
          <ac:picMkLst>
            <pc:docMk/>
            <pc:sldMk cId="306470217" sldId="276"/>
            <ac:picMk id="10" creationId="{F8188D79-C089-C6C2-A64F-3CB4FE430985}"/>
          </ac:picMkLst>
        </pc:picChg>
        <pc:picChg chg="add mod">
          <ac:chgData name="Michael Hatzis" userId="S::mhatzis@hawk.illinoistech.edu::f8bf0336-080d-422c-8829-c28026e2c4cb" providerId="AD" clId="Web-{4215F1C7-163E-5C48-5F62-A1B55D063011}" dt="2026-05-06T09:45:10.780" v="867" actId="1076"/>
          <ac:picMkLst>
            <pc:docMk/>
            <pc:sldMk cId="306470217" sldId="276"/>
            <ac:picMk id="11" creationId="{86A26FD6-E97B-57C3-5AB8-C652B28E93F7}"/>
          </ac:picMkLst>
        </pc:picChg>
      </pc:sldChg>
    </pc:docChg>
  </pc:docChgLst>
  <pc:docChgLst>
    <pc:chgData name="David Obakin" userId="S::dobakin@hawk.illinoistech.edu::61a6fd40-736e-4c94-b475-ee74f67952da" providerId="AD" clId="Web-{251596C6-0AB2-3A78-E865-9E4964E2EDCA}"/>
    <pc:docChg chg="addSld delSld modSld sldOrd">
      <pc:chgData name="David Obakin" userId="S::dobakin@hawk.illinoistech.edu::61a6fd40-736e-4c94-b475-ee74f67952da" providerId="AD" clId="Web-{251596C6-0AB2-3A78-E865-9E4964E2EDCA}" dt="2026-05-05T00:37:08.262" v="454" actId="20577"/>
      <pc:docMkLst>
        <pc:docMk/>
      </pc:docMkLst>
      <pc:sldChg chg="modSp">
        <pc:chgData name="David Obakin" userId="S::dobakin@hawk.illinoistech.edu::61a6fd40-736e-4c94-b475-ee74f67952da" providerId="AD" clId="Web-{251596C6-0AB2-3A78-E865-9E4964E2EDCA}" dt="2026-05-04T22:52:24.132" v="375" actId="20577"/>
        <pc:sldMkLst>
          <pc:docMk/>
          <pc:sldMk cId="4232321948" sldId="259"/>
        </pc:sldMkLst>
        <pc:spChg chg="mod">
          <ac:chgData name="David Obakin" userId="S::dobakin@hawk.illinoistech.edu::61a6fd40-736e-4c94-b475-ee74f67952da" providerId="AD" clId="Web-{251596C6-0AB2-3A78-E865-9E4964E2EDCA}" dt="2026-05-04T22:52:24.132" v="375" actId="20577"/>
          <ac:spMkLst>
            <pc:docMk/>
            <pc:sldMk cId="4232321948" sldId="259"/>
            <ac:spMk id="3" creationId="{F4839546-1FF6-C3D5-999A-30D3EA0F93D4}"/>
          </ac:spMkLst>
        </pc:spChg>
      </pc:sldChg>
      <pc:sldChg chg="addSp delSp modSp mod modClrScheme chgLayout">
        <pc:chgData name="David Obakin" userId="S::dobakin@hawk.illinoistech.edu::61a6fd40-736e-4c94-b475-ee74f67952da" providerId="AD" clId="Web-{251596C6-0AB2-3A78-E865-9E4964E2EDCA}" dt="2026-05-04T23:07:20.681" v="449"/>
        <pc:sldMkLst>
          <pc:docMk/>
          <pc:sldMk cId="1183680456" sldId="260"/>
        </pc:sldMkLst>
        <pc:spChg chg="add del mod ord">
          <ac:chgData name="David Obakin" userId="S::dobakin@hawk.illinoistech.edu::61a6fd40-736e-4c94-b475-ee74f67952da" providerId="AD" clId="Web-{251596C6-0AB2-3A78-E865-9E4964E2EDCA}" dt="2026-05-04T22:23:22.833" v="189" actId="14100"/>
          <ac:spMkLst>
            <pc:docMk/>
            <pc:sldMk cId="1183680456" sldId="260"/>
            <ac:spMk id="2" creationId="{6EA3A38B-FD46-1758-4316-74BDE98639D4}"/>
          </ac:spMkLst>
        </pc:spChg>
        <pc:spChg chg="add mod ord">
          <ac:chgData name="David Obakin" userId="S::dobakin@hawk.illinoistech.edu::61a6fd40-736e-4c94-b475-ee74f67952da" providerId="AD" clId="Web-{251596C6-0AB2-3A78-E865-9E4964E2EDCA}" dt="2026-05-04T23:07:20.681" v="449"/>
          <ac:spMkLst>
            <pc:docMk/>
            <pc:sldMk cId="1183680456" sldId="260"/>
            <ac:spMk id="4" creationId="{449BBE02-BF1B-31C7-9586-AC511CECFA2A}"/>
          </ac:spMkLst>
        </pc:spChg>
        <pc:spChg chg="add mod">
          <ac:chgData name="David Obakin" userId="S::dobakin@hawk.illinoistech.edu::61a6fd40-736e-4c94-b475-ee74f67952da" providerId="AD" clId="Web-{251596C6-0AB2-3A78-E865-9E4964E2EDCA}" dt="2026-05-04T22:30:10.443" v="219"/>
          <ac:spMkLst>
            <pc:docMk/>
            <pc:sldMk cId="1183680456" sldId="260"/>
            <ac:spMk id="7" creationId="{EF9A24AD-BE00-F8E0-53A6-EB3038CFF87D}"/>
          </ac:spMkLst>
        </pc:spChg>
        <pc:spChg chg="add mod">
          <ac:chgData name="David Obakin" userId="S::dobakin@hawk.illinoistech.edu::61a6fd40-736e-4c94-b475-ee74f67952da" providerId="AD" clId="Web-{251596C6-0AB2-3A78-E865-9E4964E2EDCA}" dt="2026-05-04T23:07:08.181" v="439" actId="20577"/>
          <ac:spMkLst>
            <pc:docMk/>
            <pc:sldMk cId="1183680456" sldId="260"/>
            <ac:spMk id="8" creationId="{9B592E80-E7E5-95D5-3A97-2DFA4C32E542}"/>
          </ac:spMkLst>
        </pc:spChg>
      </pc:sldChg>
      <pc:sldChg chg="addSp delSp modSp add replId">
        <pc:chgData name="David Obakin" userId="S::dobakin@hawk.illinoistech.edu::61a6fd40-736e-4c94-b475-ee74f67952da" providerId="AD" clId="Web-{251596C6-0AB2-3A78-E865-9E4964E2EDCA}" dt="2026-05-05T00:37:08.262" v="454" actId="20577"/>
        <pc:sldMkLst>
          <pc:docMk/>
          <pc:sldMk cId="2922807242" sldId="264"/>
        </pc:sldMkLst>
        <pc:spChg chg="mod">
          <ac:chgData name="David Obakin" userId="S::dobakin@hawk.illinoistech.edu::61a6fd40-736e-4c94-b475-ee74f67952da" providerId="AD" clId="Web-{251596C6-0AB2-3A78-E865-9E4964E2EDCA}" dt="2026-05-04T22:17:33.753" v="136" actId="20577"/>
          <ac:spMkLst>
            <pc:docMk/>
            <pc:sldMk cId="2922807242" sldId="264"/>
            <ac:spMk id="2" creationId="{13E1DB70-6A2D-D476-44BB-AC159A84F683}"/>
          </ac:spMkLst>
        </pc:spChg>
        <pc:spChg chg="mod">
          <ac:chgData name="David Obakin" userId="S::dobakin@hawk.illinoistech.edu::61a6fd40-736e-4c94-b475-ee74f67952da" providerId="AD" clId="Web-{251596C6-0AB2-3A78-E865-9E4964E2EDCA}" dt="2026-05-05T00:37:08.262" v="454" actId="20577"/>
          <ac:spMkLst>
            <pc:docMk/>
            <pc:sldMk cId="2922807242" sldId="264"/>
            <ac:spMk id="8" creationId="{14FE129A-717B-4F7F-0538-A17EE6ED5321}"/>
          </ac:spMkLst>
        </pc:spChg>
        <pc:spChg chg="mod">
          <ac:chgData name="David Obakin" userId="S::dobakin@hawk.illinoistech.edu::61a6fd40-736e-4c94-b475-ee74f67952da" providerId="AD" clId="Web-{251596C6-0AB2-3A78-E865-9E4964E2EDCA}" dt="2026-05-04T22:51:12.429" v="365" actId="20577"/>
          <ac:spMkLst>
            <pc:docMk/>
            <pc:sldMk cId="2922807242" sldId="264"/>
            <ac:spMk id="9" creationId="{36A6EECA-475D-8635-9850-E24A2ACD57DC}"/>
          </ac:spMkLst>
        </pc:spChg>
        <pc:spChg chg="mod">
          <ac:chgData name="David Obakin" userId="S::dobakin@hawk.illinoistech.edu::61a6fd40-736e-4c94-b475-ee74f67952da" providerId="AD" clId="Web-{251596C6-0AB2-3A78-E865-9E4964E2EDCA}" dt="2026-05-04T22:13:59.862" v="92" actId="20577"/>
          <ac:spMkLst>
            <pc:docMk/>
            <pc:sldMk cId="2922807242" sldId="264"/>
            <ac:spMk id="10" creationId="{098C4E7A-3B38-CB7E-390C-64E87178D650}"/>
          </ac:spMkLst>
        </pc:spChg>
        <pc:picChg chg="add mod">
          <ac:chgData name="David Obakin" userId="S::dobakin@hawk.illinoistech.edu::61a6fd40-736e-4c94-b475-ee74f67952da" providerId="AD" clId="Web-{251596C6-0AB2-3A78-E865-9E4964E2EDCA}" dt="2026-05-04T22:07:20.018" v="29" actId="14100"/>
          <ac:picMkLst>
            <pc:docMk/>
            <pc:sldMk cId="2922807242" sldId="264"/>
            <ac:picMk id="3" creationId="{46C307BA-30B9-09A5-A3D2-282A7BD50548}"/>
          </ac:picMkLst>
        </pc:picChg>
        <pc:picChg chg="add mod">
          <ac:chgData name="David Obakin" userId="S::dobakin@hawk.illinoistech.edu::61a6fd40-736e-4c94-b475-ee74f67952da" providerId="AD" clId="Web-{251596C6-0AB2-3A78-E865-9E4964E2EDCA}" dt="2026-05-04T22:08:24.909" v="38" actId="14100"/>
          <ac:picMkLst>
            <pc:docMk/>
            <pc:sldMk cId="2922807242" sldId="264"/>
            <ac:picMk id="15" creationId="{5868EA80-D6F8-7D2B-E2B5-E96DB6F34ACE}"/>
          </ac:picMkLst>
        </pc:picChg>
        <pc:picChg chg="add mod">
          <ac:chgData name="David Obakin" userId="S::dobakin@hawk.illinoistech.edu::61a6fd40-736e-4c94-b475-ee74f67952da" providerId="AD" clId="Web-{251596C6-0AB2-3A78-E865-9E4964E2EDCA}" dt="2026-05-04T22:08:19.096" v="37" actId="14100"/>
          <ac:picMkLst>
            <pc:docMk/>
            <pc:sldMk cId="2922807242" sldId="264"/>
            <ac:picMk id="16" creationId="{2E410402-C547-6958-B178-D903EC1F6BEE}"/>
          </ac:picMkLst>
        </pc:picChg>
      </pc:sldChg>
      <pc:sldChg chg="addSp delSp modSp new mod modClrScheme chgLayout">
        <pc:chgData name="David Obakin" userId="S::dobakin@hawk.illinoistech.edu::61a6fd40-736e-4c94-b475-ee74f67952da" providerId="AD" clId="Web-{251596C6-0AB2-3A78-E865-9E4964E2EDCA}" dt="2026-05-04T22:18:55.801" v="160" actId="14100"/>
        <pc:sldMkLst>
          <pc:docMk/>
          <pc:sldMk cId="2567853025" sldId="265"/>
        </pc:sldMkLst>
        <pc:spChg chg="mod ord">
          <ac:chgData name="David Obakin" userId="S::dobakin@hawk.illinoistech.edu::61a6fd40-736e-4c94-b475-ee74f67952da" providerId="AD" clId="Web-{251596C6-0AB2-3A78-E865-9E4964E2EDCA}" dt="2026-05-04T22:17:20.331" v="130"/>
          <ac:spMkLst>
            <pc:docMk/>
            <pc:sldMk cId="2567853025" sldId="265"/>
            <ac:spMk id="4" creationId="{AEFCFD34-0B1A-DD4A-AC15-EE8132EB39FA}"/>
          </ac:spMkLst>
        </pc:spChg>
        <pc:spChg chg="mod ord">
          <ac:chgData name="David Obakin" userId="S::dobakin@hawk.illinoistech.edu::61a6fd40-736e-4c94-b475-ee74f67952da" providerId="AD" clId="Web-{251596C6-0AB2-3A78-E865-9E4964E2EDCA}" dt="2026-05-04T22:17:20.331" v="130"/>
          <ac:spMkLst>
            <pc:docMk/>
            <pc:sldMk cId="2567853025" sldId="265"/>
            <ac:spMk id="5" creationId="{C21CDA9D-4762-AA8A-FF55-8CABF1F7EBB3}"/>
          </ac:spMkLst>
        </pc:spChg>
        <pc:spChg chg="mod ord">
          <ac:chgData name="David Obakin" userId="S::dobakin@hawk.illinoistech.edu::61a6fd40-736e-4c94-b475-ee74f67952da" providerId="AD" clId="Web-{251596C6-0AB2-3A78-E865-9E4964E2EDCA}" dt="2026-05-04T22:17:20.331" v="130"/>
          <ac:spMkLst>
            <pc:docMk/>
            <pc:sldMk cId="2567853025" sldId="265"/>
            <ac:spMk id="6" creationId="{5C109413-28C7-C324-70DA-69BF2904EBEF}"/>
          </ac:spMkLst>
        </pc:spChg>
        <pc:spChg chg="add mod ord">
          <ac:chgData name="David Obakin" userId="S::dobakin@hawk.illinoistech.edu::61a6fd40-736e-4c94-b475-ee74f67952da" providerId="AD" clId="Web-{251596C6-0AB2-3A78-E865-9E4964E2EDCA}" dt="2026-05-04T22:18:33.206" v="153" actId="20577"/>
          <ac:spMkLst>
            <pc:docMk/>
            <pc:sldMk cId="2567853025" sldId="265"/>
            <ac:spMk id="12" creationId="{C305A025-4B4F-B2B7-D4EC-2E37096389AD}"/>
          </ac:spMkLst>
        </pc:spChg>
        <pc:spChg chg="add mod ord">
          <ac:chgData name="David Obakin" userId="S::dobakin@hawk.illinoistech.edu::61a6fd40-736e-4c94-b475-ee74f67952da" providerId="AD" clId="Web-{251596C6-0AB2-3A78-E865-9E4964E2EDCA}" dt="2026-05-04T22:18:55.801" v="160" actId="14100"/>
          <ac:spMkLst>
            <pc:docMk/>
            <pc:sldMk cId="2567853025" sldId="265"/>
            <ac:spMk id="16" creationId="{3F80A198-A8F0-FF41-2E84-0A957C31CD10}"/>
          </ac:spMkLst>
        </pc:spChg>
        <pc:picChg chg="add mod ord">
          <ac:chgData name="David Obakin" userId="S::dobakin@hawk.illinoistech.edu::61a6fd40-736e-4c94-b475-ee74f67952da" providerId="AD" clId="Web-{251596C6-0AB2-3A78-E865-9E4964E2EDCA}" dt="2026-05-04T22:17:20.331" v="130"/>
          <ac:picMkLst>
            <pc:docMk/>
            <pc:sldMk cId="2567853025" sldId="265"/>
            <ac:picMk id="8" creationId="{2892A875-7C95-45C4-F191-E0474F929A4C}"/>
          </ac:picMkLst>
        </pc:picChg>
      </pc:sldChg>
      <pc:sldChg chg="modSp new">
        <pc:chgData name="David Obakin" userId="S::dobakin@hawk.illinoistech.edu::61a6fd40-736e-4c94-b475-ee74f67952da" providerId="AD" clId="Web-{251596C6-0AB2-3A78-E865-9E4964E2EDCA}" dt="2026-05-04T22:35:32.506" v="268" actId="20577"/>
        <pc:sldMkLst>
          <pc:docMk/>
          <pc:sldMk cId="659292699" sldId="266"/>
        </pc:sldMkLst>
        <pc:spChg chg="mod">
          <ac:chgData name="David Obakin" userId="S::dobakin@hawk.illinoistech.edu::61a6fd40-736e-4c94-b475-ee74f67952da" providerId="AD" clId="Web-{251596C6-0AB2-3A78-E865-9E4964E2EDCA}" dt="2026-05-04T22:32:11.849" v="230" actId="20577"/>
          <ac:spMkLst>
            <pc:docMk/>
            <pc:sldMk cId="659292699" sldId="266"/>
            <ac:spMk id="2" creationId="{7B0D87C9-063D-71A0-BBCE-42D71C32DF44}"/>
          </ac:spMkLst>
        </pc:spChg>
        <pc:spChg chg="mod">
          <ac:chgData name="David Obakin" userId="S::dobakin@hawk.illinoistech.edu::61a6fd40-736e-4c94-b475-ee74f67952da" providerId="AD" clId="Web-{251596C6-0AB2-3A78-E865-9E4964E2EDCA}" dt="2026-05-04T22:35:32.506" v="268" actId="20577"/>
          <ac:spMkLst>
            <pc:docMk/>
            <pc:sldMk cId="659292699" sldId="266"/>
            <ac:spMk id="3" creationId="{1658A5DA-2656-7982-EF66-9139C0580A9F}"/>
          </ac:spMkLst>
        </pc:spChg>
      </pc:sldChg>
      <pc:sldChg chg="addSp delSp modSp new">
        <pc:chgData name="David Obakin" userId="S::dobakin@hawk.illinoistech.edu::61a6fd40-736e-4c94-b475-ee74f67952da" providerId="AD" clId="Web-{251596C6-0AB2-3A78-E865-9E4964E2EDCA}" dt="2026-05-04T22:43:17.194" v="304" actId="1076"/>
        <pc:sldMkLst>
          <pc:docMk/>
          <pc:sldMk cId="1744672613" sldId="267"/>
        </pc:sldMkLst>
        <pc:spChg chg="mod">
          <ac:chgData name="David Obakin" userId="S::dobakin@hawk.illinoistech.edu::61a6fd40-736e-4c94-b475-ee74f67952da" providerId="AD" clId="Web-{251596C6-0AB2-3A78-E865-9E4964E2EDCA}" dt="2026-05-04T22:42:58.944" v="300" actId="14100"/>
          <ac:spMkLst>
            <pc:docMk/>
            <pc:sldMk cId="1744672613" sldId="267"/>
            <ac:spMk id="2" creationId="{C861C1A0-1DCD-D3A0-2066-FBBBFF806CD2}"/>
          </ac:spMkLst>
        </pc:spChg>
        <pc:spChg chg="add mod">
          <ac:chgData name="David Obakin" userId="S::dobakin@hawk.illinoistech.edu::61a6fd40-736e-4c94-b475-ee74f67952da" providerId="AD" clId="Web-{251596C6-0AB2-3A78-E865-9E4964E2EDCA}" dt="2026-05-04T22:43:17.194" v="304" actId="1076"/>
          <ac:spMkLst>
            <pc:docMk/>
            <pc:sldMk cId="1744672613" sldId="267"/>
            <ac:spMk id="8" creationId="{042AB34B-C06D-C329-654E-2C0F8651AF0E}"/>
          </ac:spMkLst>
        </pc:spChg>
        <pc:picChg chg="add mod ord">
          <ac:chgData name="David Obakin" userId="S::dobakin@hawk.illinoistech.edu::61a6fd40-736e-4c94-b475-ee74f67952da" providerId="AD" clId="Web-{251596C6-0AB2-3A78-E865-9E4964E2EDCA}" dt="2026-05-04T22:43:06.272" v="302" actId="1076"/>
          <ac:picMkLst>
            <pc:docMk/>
            <pc:sldMk cId="1744672613" sldId="267"/>
            <ac:picMk id="7" creationId="{A7DB6B25-13E8-36B7-DEC1-850834F610CD}"/>
          </ac:picMkLst>
        </pc:picChg>
      </pc:sldChg>
      <pc:sldChg chg="addSp delSp modSp new">
        <pc:chgData name="David Obakin" userId="S::dobakin@hawk.illinoistech.edu::61a6fd40-736e-4c94-b475-ee74f67952da" providerId="AD" clId="Web-{251596C6-0AB2-3A78-E865-9E4964E2EDCA}" dt="2026-05-04T22:50:51.367" v="363" actId="20577"/>
        <pc:sldMkLst>
          <pc:docMk/>
          <pc:sldMk cId="3928670690" sldId="268"/>
        </pc:sldMkLst>
        <pc:spChg chg="mod">
          <ac:chgData name="David Obakin" userId="S::dobakin@hawk.illinoistech.edu::61a6fd40-736e-4c94-b475-ee74f67952da" providerId="AD" clId="Web-{251596C6-0AB2-3A78-E865-9E4964E2EDCA}" dt="2026-05-04T22:47:42.210" v="311" actId="14100"/>
          <ac:spMkLst>
            <pc:docMk/>
            <pc:sldMk cId="3928670690" sldId="268"/>
            <ac:spMk id="2" creationId="{CE3046F2-1182-5B99-325C-7E6CECC8D659}"/>
          </ac:spMkLst>
        </pc:spChg>
        <pc:spChg chg="add del mod">
          <ac:chgData name="David Obakin" userId="S::dobakin@hawk.illinoistech.edu::61a6fd40-736e-4c94-b475-ee74f67952da" providerId="AD" clId="Web-{251596C6-0AB2-3A78-E865-9E4964E2EDCA}" dt="2026-05-04T22:50:51.367" v="363" actId="20577"/>
          <ac:spMkLst>
            <pc:docMk/>
            <pc:sldMk cId="3928670690" sldId="268"/>
            <ac:spMk id="3" creationId="{606F6471-98E9-8292-306B-FBDFEC7CD128}"/>
          </ac:spMkLst>
        </pc:spChg>
        <pc:spChg chg="add mod">
          <ac:chgData name="David Obakin" userId="S::dobakin@hawk.illinoistech.edu::61a6fd40-736e-4c94-b475-ee74f67952da" providerId="AD" clId="Web-{251596C6-0AB2-3A78-E865-9E4964E2EDCA}" dt="2026-05-04T22:50:01.273" v="355" actId="1076"/>
          <ac:spMkLst>
            <pc:docMk/>
            <pc:sldMk cId="3928670690" sldId="268"/>
            <ac:spMk id="12" creationId="{FEDAE600-8C7F-9F31-E062-5D5955878891}"/>
          </ac:spMkLst>
        </pc:spChg>
        <pc:picChg chg="add mod">
          <ac:chgData name="David Obakin" userId="S::dobakin@hawk.illinoistech.edu::61a6fd40-736e-4c94-b475-ee74f67952da" providerId="AD" clId="Web-{251596C6-0AB2-3A78-E865-9E4964E2EDCA}" dt="2026-05-04T22:49:55.601" v="354" actId="1076"/>
          <ac:picMkLst>
            <pc:docMk/>
            <pc:sldMk cId="3928670690" sldId="268"/>
            <ac:picMk id="10" creationId="{CA17EB32-FAD4-916C-1155-34BC01C6B715}"/>
          </ac:picMkLst>
        </pc:picChg>
      </pc:sldChg>
      <pc:sldChg chg="modSp add ord replId">
        <pc:chgData name="David Obakin" userId="S::dobakin@hawk.illinoistech.edu::61a6fd40-736e-4c94-b475-ee74f67952da" providerId="AD" clId="Web-{251596C6-0AB2-3A78-E865-9E4964E2EDCA}" dt="2026-05-04T22:53:33.789" v="384" actId="20577"/>
        <pc:sldMkLst>
          <pc:docMk/>
          <pc:sldMk cId="1669696518" sldId="269"/>
        </pc:sldMkLst>
        <pc:spChg chg="mod">
          <ac:chgData name="David Obakin" userId="S::dobakin@hawk.illinoistech.edu::61a6fd40-736e-4c94-b475-ee74f67952da" providerId="AD" clId="Web-{251596C6-0AB2-3A78-E865-9E4964E2EDCA}" dt="2026-05-04T22:53:01.086" v="380" actId="20577"/>
          <ac:spMkLst>
            <pc:docMk/>
            <pc:sldMk cId="1669696518" sldId="269"/>
            <ac:spMk id="12" creationId="{8495C5B8-3CF5-B208-009D-5D810FE58EA8}"/>
          </ac:spMkLst>
        </pc:spChg>
        <pc:spChg chg="mod">
          <ac:chgData name="David Obakin" userId="S::dobakin@hawk.illinoistech.edu::61a6fd40-736e-4c94-b475-ee74f67952da" providerId="AD" clId="Web-{251596C6-0AB2-3A78-E865-9E4964E2EDCA}" dt="2026-05-04T22:53:33.789" v="384" actId="20577"/>
          <ac:spMkLst>
            <pc:docMk/>
            <pc:sldMk cId="1669696518" sldId="269"/>
            <ac:spMk id="16" creationId="{E701CBB3-F9EA-469B-BA45-344B3EB5623D}"/>
          </ac:spMkLst>
        </pc:spChg>
      </pc:sldChg>
      <pc:sldChg chg="delSp modSp new mod modClrScheme chgLayout">
        <pc:chgData name="David Obakin" userId="S::dobakin@hawk.illinoistech.edu::61a6fd40-736e-4c94-b475-ee74f67952da" providerId="AD" clId="Web-{251596C6-0AB2-3A78-E865-9E4964E2EDCA}" dt="2026-05-05T00:31:43.012" v="450" actId="20577"/>
        <pc:sldMkLst>
          <pc:docMk/>
          <pc:sldMk cId="3580487381" sldId="271"/>
        </pc:sldMkLst>
        <pc:spChg chg="mod ord">
          <ac:chgData name="David Obakin" userId="S::dobakin@hawk.illinoistech.edu::61a6fd40-736e-4c94-b475-ee74f67952da" providerId="AD" clId="Web-{251596C6-0AB2-3A78-E865-9E4964E2EDCA}" dt="2026-05-04T22:55:02.070" v="402"/>
          <ac:spMkLst>
            <pc:docMk/>
            <pc:sldMk cId="3580487381" sldId="271"/>
            <ac:spMk id="2" creationId="{A6E334FB-057A-6E29-D786-028A542CBE1B}"/>
          </ac:spMkLst>
        </pc:spChg>
        <pc:spChg chg="mod ord">
          <ac:chgData name="David Obakin" userId="S::dobakin@hawk.illinoistech.edu::61a6fd40-736e-4c94-b475-ee74f67952da" providerId="AD" clId="Web-{251596C6-0AB2-3A78-E865-9E4964E2EDCA}" dt="2026-05-05T00:31:43.012" v="450" actId="20577"/>
          <ac:spMkLst>
            <pc:docMk/>
            <pc:sldMk cId="3580487381" sldId="271"/>
            <ac:spMk id="3" creationId="{2F72730A-EEF2-5B7C-5386-0126FA342239}"/>
          </ac:spMkLst>
        </pc:spChg>
        <pc:spChg chg="mod ord">
          <ac:chgData name="David Obakin" userId="S::dobakin@hawk.illinoistech.edu::61a6fd40-736e-4c94-b475-ee74f67952da" providerId="AD" clId="Web-{251596C6-0AB2-3A78-E865-9E4964E2EDCA}" dt="2026-05-04T22:54:05.961" v="388"/>
          <ac:spMkLst>
            <pc:docMk/>
            <pc:sldMk cId="3580487381" sldId="271"/>
            <ac:spMk id="5" creationId="{627B6F23-5746-4949-F694-4C97774671C2}"/>
          </ac:spMkLst>
        </pc:spChg>
        <pc:spChg chg="mod ord">
          <ac:chgData name="David Obakin" userId="S::dobakin@hawk.illinoistech.edu::61a6fd40-736e-4c94-b475-ee74f67952da" providerId="AD" clId="Web-{251596C6-0AB2-3A78-E865-9E4964E2EDCA}" dt="2026-05-04T22:54:05.961" v="388"/>
          <ac:spMkLst>
            <pc:docMk/>
            <pc:sldMk cId="3580487381" sldId="271"/>
            <ac:spMk id="6" creationId="{825CC354-1932-D26E-0117-35E6064C29A4}"/>
          </ac:spMkLst>
        </pc:spChg>
        <pc:spChg chg="mod ord">
          <ac:chgData name="David Obakin" userId="S::dobakin@hawk.illinoistech.edu::61a6fd40-736e-4c94-b475-ee74f67952da" providerId="AD" clId="Web-{251596C6-0AB2-3A78-E865-9E4964E2EDCA}" dt="2026-05-04T22:54:05.961" v="388"/>
          <ac:spMkLst>
            <pc:docMk/>
            <pc:sldMk cId="3580487381" sldId="271"/>
            <ac:spMk id="7" creationId="{4CB75B9A-C68D-9810-02CD-D498101DF6B7}"/>
          </ac:spMkLst>
        </pc:spChg>
      </pc:sldChg>
      <pc:sldChg chg="modSp add replId">
        <pc:chgData name="David Obakin" userId="S::dobakin@hawk.illinoistech.edu::61a6fd40-736e-4c94-b475-ee74f67952da" providerId="AD" clId="Web-{251596C6-0AB2-3A78-E865-9E4964E2EDCA}" dt="2026-05-05T00:31:54.980" v="451" actId="20577"/>
        <pc:sldMkLst>
          <pc:docMk/>
          <pc:sldMk cId="480055303" sldId="274"/>
        </pc:sldMkLst>
        <pc:spChg chg="mod">
          <ac:chgData name="David Obakin" userId="S::dobakin@hawk.illinoistech.edu::61a6fd40-736e-4c94-b475-ee74f67952da" providerId="AD" clId="Web-{251596C6-0AB2-3A78-E865-9E4964E2EDCA}" dt="2026-05-05T00:31:54.980" v="451" actId="20577"/>
          <ac:spMkLst>
            <pc:docMk/>
            <pc:sldMk cId="480055303" sldId="274"/>
            <ac:spMk id="3" creationId="{A3C5272F-BD6D-A5E8-F2EA-718F15D6E75F}"/>
          </ac:spMkLst>
        </pc:spChg>
      </pc:sldChg>
      <pc:sldChg chg="modSp add replId">
        <pc:chgData name="David Obakin" userId="S::dobakin@hawk.illinoistech.edu::61a6fd40-736e-4c94-b475-ee74f67952da" providerId="AD" clId="Web-{251596C6-0AB2-3A78-E865-9E4964E2EDCA}" dt="2026-05-05T00:32:03.183" v="452" actId="20577"/>
        <pc:sldMkLst>
          <pc:docMk/>
          <pc:sldMk cId="838980652" sldId="275"/>
        </pc:sldMkLst>
        <pc:spChg chg="mod">
          <ac:chgData name="David Obakin" userId="S::dobakin@hawk.illinoistech.edu::61a6fd40-736e-4c94-b475-ee74f67952da" providerId="AD" clId="Web-{251596C6-0AB2-3A78-E865-9E4964E2EDCA}" dt="2026-05-04T22:55:41.133" v="413" actId="20577"/>
          <ac:spMkLst>
            <pc:docMk/>
            <pc:sldMk cId="838980652" sldId="275"/>
            <ac:spMk id="2" creationId="{16D1E505-D402-38BE-489F-3C724DF336AA}"/>
          </ac:spMkLst>
        </pc:spChg>
        <pc:spChg chg="mod">
          <ac:chgData name="David Obakin" userId="S::dobakin@hawk.illinoistech.edu::61a6fd40-736e-4c94-b475-ee74f67952da" providerId="AD" clId="Web-{251596C6-0AB2-3A78-E865-9E4964E2EDCA}" dt="2026-05-05T00:32:03.183" v="452" actId="20577"/>
          <ac:spMkLst>
            <pc:docMk/>
            <pc:sldMk cId="838980652" sldId="275"/>
            <ac:spMk id="3" creationId="{02DF9B97-C161-40AE-B09C-03DE79A0CF63}"/>
          </ac:spMkLst>
        </pc:spChg>
      </pc:sldChg>
    </pc:docChg>
  </pc:docChgLst>
  <pc:docChgLst>
    <pc:chgData name="David Obakin" userId="S::dobakin@hawk.illinoistech.edu::61a6fd40-736e-4c94-b475-ee74f67952da" providerId="AD" clId="Web-{9851DF28-E786-B2DC-298A-0BB6BEB49ABD}"/>
    <pc:docChg chg="modSld">
      <pc:chgData name="David Obakin" userId="S::dobakin@hawk.illinoistech.edu::61a6fd40-736e-4c94-b475-ee74f67952da" providerId="AD" clId="Web-{9851DF28-E786-B2DC-298A-0BB6BEB49ABD}" dt="2026-05-02T22:00:33.133" v="1" actId="1076"/>
      <pc:docMkLst>
        <pc:docMk/>
      </pc:docMkLst>
      <pc:sldChg chg="modSp">
        <pc:chgData name="David Obakin" userId="S::dobakin@hawk.illinoistech.edu::61a6fd40-736e-4c94-b475-ee74f67952da" providerId="AD" clId="Web-{9851DF28-E786-B2DC-298A-0BB6BEB49ABD}" dt="2026-05-02T22:00:33.133" v="1" actId="1076"/>
        <pc:sldMkLst>
          <pc:docMk/>
          <pc:sldMk cId="109857222" sldId="256"/>
        </pc:sldMkLst>
        <pc:spChg chg="mod">
          <ac:chgData name="David Obakin" userId="S::dobakin@hawk.illinoistech.edu::61a6fd40-736e-4c94-b475-ee74f67952da" providerId="AD" clId="Web-{9851DF28-E786-B2DC-298A-0BB6BEB49ABD}" dt="2026-05-02T22:00:25.508" v="0" actId="20577"/>
          <ac:spMkLst>
            <pc:docMk/>
            <pc:sldMk cId="109857222" sldId="256"/>
            <ac:spMk id="2" creationId="{00000000-0000-0000-0000-000000000000}"/>
          </ac:spMkLst>
        </pc:spChg>
        <pc:spChg chg="mod">
          <ac:chgData name="David Obakin" userId="S::dobakin@hawk.illinoistech.edu::61a6fd40-736e-4c94-b475-ee74f67952da" providerId="AD" clId="Web-{9851DF28-E786-B2DC-298A-0BB6BEB49ABD}" dt="2026-05-02T22:00:33.133" v="1" actId="1076"/>
          <ac:spMkLst>
            <pc:docMk/>
            <pc:sldMk cId="109857222" sldId="256"/>
            <ac:spMk id="3" creationId="{00000000-0000-0000-0000-000000000000}"/>
          </ac:spMkLst>
        </pc:spChg>
      </pc:sldChg>
    </pc:docChg>
  </pc:docChgLst>
  <pc:docChgLst>
    <pc:chgData name="David Obakin" userId="S::dobakin@hawk.illinoistech.edu::61a6fd40-736e-4c94-b475-ee74f67952da" providerId="AD" clId="Web-{533966F8-3241-4C60-8C5D-FD6392D24F4D}"/>
    <pc:docChg chg="mod addSld delSld modSld sldOrd addMainMaster delMainMaster">
      <pc:chgData name="David Obakin" userId="S::dobakin@hawk.illinoistech.edu::61a6fd40-736e-4c94-b475-ee74f67952da" providerId="AD" clId="Web-{533966F8-3241-4C60-8C5D-FD6392D24F4D}" dt="2026-05-02T21:59:51.952" v="457"/>
      <pc:docMkLst>
        <pc:docMk/>
      </pc:docMkLst>
      <pc:sldChg chg="addSp delSp modSp mod modClrScheme setClrOvrMap delDesignElem chgLayout">
        <pc:chgData name="David Obakin" userId="S::dobakin@hawk.illinoistech.edu::61a6fd40-736e-4c94-b475-ee74f67952da" providerId="AD" clId="Web-{533966F8-3241-4C60-8C5D-FD6392D24F4D}" dt="2026-05-02T03:13:09.309" v="455" actId="20577"/>
        <pc:sldMkLst>
          <pc:docMk/>
          <pc:sldMk cId="109857222" sldId="256"/>
        </pc:sldMkLst>
        <pc:spChg chg="mod ord">
          <ac:chgData name="David Obakin" userId="S::dobakin@hawk.illinoistech.edu::61a6fd40-736e-4c94-b475-ee74f67952da" providerId="AD" clId="Web-{533966F8-3241-4C60-8C5D-FD6392D24F4D}" dt="2026-05-02T03:13:09.309" v="455" actId="20577"/>
          <ac:spMkLst>
            <pc:docMk/>
            <pc:sldMk cId="109857222" sldId="256"/>
            <ac:spMk id="2" creationId="{00000000-0000-0000-0000-000000000000}"/>
          </ac:spMkLst>
        </pc:spChg>
        <pc:spChg chg="mod ord">
          <ac:chgData name="David Obakin" userId="S::dobakin@hawk.illinoistech.edu::61a6fd40-736e-4c94-b475-ee74f67952da" providerId="AD" clId="Web-{533966F8-3241-4C60-8C5D-FD6392D24F4D}" dt="2026-05-01T20:39:24.993" v="85"/>
          <ac:spMkLst>
            <pc:docMk/>
            <pc:sldMk cId="109857222" sldId="256"/>
            <ac:spMk id="3" creationId="{00000000-0000-0000-0000-000000000000}"/>
          </ac:spMkLst>
        </pc:spChg>
        <pc:picChg chg="mod">
          <ac:chgData name="David Obakin" userId="S::dobakin@hawk.illinoistech.edu::61a6fd40-736e-4c94-b475-ee74f67952da" providerId="AD" clId="Web-{533966F8-3241-4C60-8C5D-FD6392D24F4D}" dt="2026-05-01T20:30:54.005" v="44"/>
          <ac:picMkLst>
            <pc:docMk/>
            <pc:sldMk cId="109857222" sldId="256"/>
            <ac:picMk id="4" creationId="{F1FF021F-9281-D064-F831-2590B69940DE}"/>
          </ac:picMkLst>
        </pc:picChg>
      </pc:sldChg>
      <pc:sldChg chg="addSp delSp modSp new mod modClrScheme chgLayout">
        <pc:chgData name="David Obakin" userId="S::dobakin@hawk.illinoistech.edu::61a6fd40-736e-4c94-b475-ee74f67952da" providerId="AD" clId="Web-{533966F8-3241-4C60-8C5D-FD6392D24F4D}" dt="2026-05-01T20:57:31" v="205"/>
        <pc:sldMkLst>
          <pc:docMk/>
          <pc:sldMk cId="212098555" sldId="258"/>
        </pc:sldMkLst>
        <pc:spChg chg="mod ord">
          <ac:chgData name="David Obakin" userId="S::dobakin@hawk.illinoistech.edu::61a6fd40-736e-4c94-b475-ee74f67952da" providerId="AD" clId="Web-{533966F8-3241-4C60-8C5D-FD6392D24F4D}" dt="2026-05-01T20:57:31" v="205"/>
          <ac:spMkLst>
            <pc:docMk/>
            <pc:sldMk cId="212098555" sldId="258"/>
            <ac:spMk id="2" creationId="{F717C7B8-4EC3-C253-61ED-4DF1D4FEDA05}"/>
          </ac:spMkLst>
        </pc:spChg>
        <pc:spChg chg="mod ord">
          <ac:chgData name="David Obakin" userId="S::dobakin@hawk.illinoistech.edu::61a6fd40-736e-4c94-b475-ee74f67952da" providerId="AD" clId="Web-{533966F8-3241-4C60-8C5D-FD6392D24F4D}" dt="2026-05-01T20:57:31" v="205"/>
          <ac:spMkLst>
            <pc:docMk/>
            <pc:sldMk cId="212098555" sldId="258"/>
            <ac:spMk id="3" creationId="{C0123813-6FA2-CCBA-ED33-DE650D55295E}"/>
          </ac:spMkLst>
        </pc:spChg>
        <pc:picChg chg="add mod">
          <ac:chgData name="David Obakin" userId="S::dobakin@hawk.illinoistech.edu::61a6fd40-736e-4c94-b475-ee74f67952da" providerId="AD" clId="Web-{533966F8-3241-4C60-8C5D-FD6392D24F4D}" dt="2026-05-01T20:57:31" v="205"/>
          <ac:picMkLst>
            <pc:docMk/>
            <pc:sldMk cId="212098555" sldId="258"/>
            <ac:picMk id="4" creationId="{50AE2D53-E5FE-55BE-086D-20B9325EA37D}"/>
          </ac:picMkLst>
        </pc:picChg>
      </pc:sldChg>
      <pc:sldChg chg="modSp new mod modClrScheme chgLayout">
        <pc:chgData name="David Obakin" userId="S::dobakin@hawk.illinoistech.edu::61a6fd40-736e-4c94-b475-ee74f67952da" providerId="AD" clId="Web-{533966F8-3241-4C60-8C5D-FD6392D24F4D}" dt="2026-05-01T20:55:47.859" v="196" actId="20577"/>
        <pc:sldMkLst>
          <pc:docMk/>
          <pc:sldMk cId="4232321948" sldId="259"/>
        </pc:sldMkLst>
        <pc:spChg chg="mod ord">
          <ac:chgData name="David Obakin" userId="S::dobakin@hawk.illinoistech.edu::61a6fd40-736e-4c94-b475-ee74f67952da" providerId="AD" clId="Web-{533966F8-3241-4C60-8C5D-FD6392D24F4D}" dt="2026-05-01T20:39:24.993" v="85"/>
          <ac:spMkLst>
            <pc:docMk/>
            <pc:sldMk cId="4232321948" sldId="259"/>
            <ac:spMk id="2" creationId="{3070CFDD-ADD7-4F7D-D534-BCF70F29938E}"/>
          </ac:spMkLst>
        </pc:spChg>
        <pc:spChg chg="mod ord">
          <ac:chgData name="David Obakin" userId="S::dobakin@hawk.illinoistech.edu::61a6fd40-736e-4c94-b475-ee74f67952da" providerId="AD" clId="Web-{533966F8-3241-4C60-8C5D-FD6392D24F4D}" dt="2026-05-01T20:55:47.859" v="196" actId="20577"/>
          <ac:spMkLst>
            <pc:docMk/>
            <pc:sldMk cId="4232321948" sldId="259"/>
            <ac:spMk id="3" creationId="{F4839546-1FF6-C3D5-999A-30D3EA0F93D4}"/>
          </ac:spMkLst>
        </pc:spChg>
      </pc:sldChg>
      <pc:sldChg chg="delSp modSp new mod modClrScheme chgLayout">
        <pc:chgData name="David Obakin" userId="S::dobakin@hawk.illinoistech.edu::61a6fd40-736e-4c94-b475-ee74f67952da" providerId="AD" clId="Web-{533966F8-3241-4C60-8C5D-FD6392D24F4D}" dt="2026-05-01T21:15:25.526" v="429"/>
        <pc:sldMkLst>
          <pc:docMk/>
          <pc:sldMk cId="1183680456" sldId="260"/>
        </pc:sldMkLst>
        <pc:spChg chg="mod ord">
          <ac:chgData name="David Obakin" userId="S::dobakin@hawk.illinoistech.edu::61a6fd40-736e-4c94-b475-ee74f67952da" providerId="AD" clId="Web-{533966F8-3241-4C60-8C5D-FD6392D24F4D}" dt="2026-05-01T21:15:25.526" v="429"/>
          <ac:spMkLst>
            <pc:docMk/>
            <pc:sldMk cId="1183680456" sldId="260"/>
            <ac:spMk id="2" creationId="{6EA3A38B-FD46-1758-4316-74BDE98639D4}"/>
          </ac:spMkLst>
        </pc:spChg>
      </pc:sldChg>
      <pc:sldChg chg="addSp delSp modSp new mod modClrScheme chgLayout">
        <pc:chgData name="David Obakin" userId="S::dobakin@hawk.illinoistech.edu::61a6fd40-736e-4c94-b475-ee74f67952da" providerId="AD" clId="Web-{533966F8-3241-4C60-8C5D-FD6392D24F4D}" dt="2026-05-01T21:14:55.214" v="428" actId="14100"/>
        <pc:sldMkLst>
          <pc:docMk/>
          <pc:sldMk cId="2435580653" sldId="261"/>
        </pc:sldMkLst>
        <pc:spChg chg="mod ord">
          <ac:chgData name="David Obakin" userId="S::dobakin@hawk.illinoistech.edu::61a6fd40-736e-4c94-b475-ee74f67952da" providerId="AD" clId="Web-{533966F8-3241-4C60-8C5D-FD6392D24F4D}" dt="2026-05-01T21:05:45.427" v="299" actId="20577"/>
          <ac:spMkLst>
            <pc:docMk/>
            <pc:sldMk cId="2435580653" sldId="261"/>
            <ac:spMk id="2" creationId="{16FFDD18-6BAB-ECCD-8ADF-F698A69530F8}"/>
          </ac:spMkLst>
        </pc:spChg>
        <pc:spChg chg="add mod">
          <ac:chgData name="David Obakin" userId="S::dobakin@hawk.illinoistech.edu::61a6fd40-736e-4c94-b475-ee74f67952da" providerId="AD" clId="Web-{533966F8-3241-4C60-8C5D-FD6392D24F4D}" dt="2026-05-01T21:14:44.979" v="425" actId="14100"/>
          <ac:spMkLst>
            <pc:docMk/>
            <pc:sldMk cId="2435580653" sldId="261"/>
            <ac:spMk id="8" creationId="{E8B35AAF-9ED5-89B1-3B80-6F408646E589}"/>
          </ac:spMkLst>
        </pc:spChg>
        <pc:spChg chg="add mod">
          <ac:chgData name="David Obakin" userId="S::dobakin@hawk.illinoistech.edu::61a6fd40-736e-4c94-b475-ee74f67952da" providerId="AD" clId="Web-{533966F8-3241-4C60-8C5D-FD6392D24F4D}" dt="2026-05-01T21:14:51.776" v="427" actId="14100"/>
          <ac:spMkLst>
            <pc:docMk/>
            <pc:sldMk cId="2435580653" sldId="261"/>
            <ac:spMk id="9" creationId="{36562A68-4FD9-931F-4D9F-641B911A0ED7}"/>
          </ac:spMkLst>
        </pc:spChg>
        <pc:spChg chg="add mod">
          <ac:chgData name="David Obakin" userId="S::dobakin@hawk.illinoistech.edu::61a6fd40-736e-4c94-b475-ee74f67952da" providerId="AD" clId="Web-{533966F8-3241-4C60-8C5D-FD6392D24F4D}" dt="2026-05-01T21:14:55.214" v="428" actId="14100"/>
          <ac:spMkLst>
            <pc:docMk/>
            <pc:sldMk cId="2435580653" sldId="261"/>
            <ac:spMk id="10" creationId="{54EE50D6-6707-E3FF-0614-D671ED2CD444}"/>
          </ac:spMkLst>
        </pc:spChg>
        <pc:spChg chg="add mod">
          <ac:chgData name="David Obakin" userId="S::dobakin@hawk.illinoistech.edu::61a6fd40-736e-4c94-b475-ee74f67952da" providerId="AD" clId="Web-{533966F8-3241-4C60-8C5D-FD6392D24F4D}" dt="2026-05-01T21:14:30.323" v="423" actId="14100"/>
          <ac:spMkLst>
            <pc:docMk/>
            <pc:sldMk cId="2435580653" sldId="261"/>
            <ac:spMk id="11" creationId="{69FD433E-A3CD-9CA2-D191-D24B4679A418}"/>
          </ac:spMkLst>
        </pc:spChg>
        <pc:spChg chg="add mod">
          <ac:chgData name="David Obakin" userId="S::dobakin@hawk.illinoistech.edu::61a6fd40-736e-4c94-b475-ee74f67952da" providerId="AD" clId="Web-{533966F8-3241-4C60-8C5D-FD6392D24F4D}" dt="2026-05-01T21:14:37.714" v="424" actId="14100"/>
          <ac:spMkLst>
            <pc:docMk/>
            <pc:sldMk cId="2435580653" sldId="261"/>
            <ac:spMk id="12" creationId="{2E4ADA70-5B1F-3133-6663-B2F68951072B}"/>
          </ac:spMkLst>
        </pc:spChg>
        <pc:spChg chg="add mod">
          <ac:chgData name="David Obakin" userId="S::dobakin@hawk.illinoistech.edu::61a6fd40-736e-4c94-b475-ee74f67952da" providerId="AD" clId="Web-{533966F8-3241-4C60-8C5D-FD6392D24F4D}" dt="2026-05-01T21:14:24.463" v="422" actId="14100"/>
          <ac:spMkLst>
            <pc:docMk/>
            <pc:sldMk cId="2435580653" sldId="261"/>
            <ac:spMk id="13" creationId="{DB11374B-C63D-D9BA-4C52-57EDFBA49E01}"/>
          </ac:spMkLst>
        </pc:spChg>
        <pc:picChg chg="add mod ord">
          <ac:chgData name="David Obakin" userId="S::dobakin@hawk.illinoistech.edu::61a6fd40-736e-4c94-b475-ee74f67952da" providerId="AD" clId="Web-{533966F8-3241-4C60-8C5D-FD6392D24F4D}" dt="2026-05-01T21:11:24.193" v="394" actId="1076"/>
          <ac:picMkLst>
            <pc:docMk/>
            <pc:sldMk cId="2435580653" sldId="261"/>
            <ac:picMk id="5" creationId="{B9732459-8A16-E522-0C31-8D99DD7345A2}"/>
          </ac:picMkLst>
        </pc:picChg>
        <pc:picChg chg="add mod">
          <ac:chgData name="David Obakin" userId="S::dobakin@hawk.illinoistech.edu::61a6fd40-736e-4c94-b475-ee74f67952da" providerId="AD" clId="Web-{533966F8-3241-4C60-8C5D-FD6392D24F4D}" dt="2026-05-01T21:11:20.147" v="393" actId="1076"/>
          <ac:picMkLst>
            <pc:docMk/>
            <pc:sldMk cId="2435580653" sldId="261"/>
            <ac:picMk id="6" creationId="{D5BD12F7-3E60-7C8C-3CB8-844ABDA16BAB}"/>
          </ac:picMkLst>
        </pc:picChg>
        <pc:picChg chg="add mod">
          <ac:chgData name="David Obakin" userId="S::dobakin@hawk.illinoistech.edu::61a6fd40-736e-4c94-b475-ee74f67952da" providerId="AD" clId="Web-{533966F8-3241-4C60-8C5D-FD6392D24F4D}" dt="2026-05-01T21:12:21.475" v="403" actId="1076"/>
          <ac:picMkLst>
            <pc:docMk/>
            <pc:sldMk cId="2435580653" sldId="261"/>
            <ac:picMk id="7" creationId="{9F89B0DA-C834-B453-E4EE-C201851E90A4}"/>
          </ac:picMkLst>
        </pc:picChg>
      </pc:sldChg>
      <pc:sldChg chg="addSp delSp modSp new mod modClrScheme chgLayout">
        <pc:chgData name="David Obakin" userId="S::dobakin@hawk.illinoistech.edu::61a6fd40-736e-4c94-b475-ee74f67952da" providerId="AD" clId="Web-{533966F8-3241-4C60-8C5D-FD6392D24F4D}" dt="2026-05-01T21:03:50.817" v="295" actId="20577"/>
        <pc:sldMkLst>
          <pc:docMk/>
          <pc:sldMk cId="3202659961" sldId="262"/>
        </pc:sldMkLst>
        <pc:spChg chg="mod ord">
          <ac:chgData name="David Obakin" userId="S::dobakin@hawk.illinoistech.edu::61a6fd40-736e-4c94-b475-ee74f67952da" providerId="AD" clId="Web-{533966F8-3241-4C60-8C5D-FD6392D24F4D}" dt="2026-05-01T20:58:23.188" v="217" actId="20577"/>
          <ac:spMkLst>
            <pc:docMk/>
            <pc:sldMk cId="3202659961" sldId="262"/>
            <ac:spMk id="2" creationId="{A3763C84-C7C0-1D9D-24A5-1976A62E7437}"/>
          </ac:spMkLst>
        </pc:spChg>
        <pc:spChg chg="add mod">
          <ac:chgData name="David Obakin" userId="S::dobakin@hawk.illinoistech.edu::61a6fd40-736e-4c94-b475-ee74f67952da" providerId="AD" clId="Web-{533966F8-3241-4C60-8C5D-FD6392D24F4D}" dt="2026-05-01T21:03:50.817" v="295" actId="20577"/>
          <ac:spMkLst>
            <pc:docMk/>
            <pc:sldMk cId="3202659961" sldId="262"/>
            <ac:spMk id="10" creationId="{1BB6AB6D-2D47-8DEB-45DE-BD9A0C33F8AD}"/>
          </ac:spMkLst>
        </pc:spChg>
        <pc:spChg chg="add mod">
          <ac:chgData name="David Obakin" userId="S::dobakin@hawk.illinoistech.edu::61a6fd40-736e-4c94-b475-ee74f67952da" providerId="AD" clId="Web-{533966F8-3241-4C60-8C5D-FD6392D24F4D}" dt="2026-05-01T20:58:11.141" v="213"/>
          <ac:spMkLst>
            <pc:docMk/>
            <pc:sldMk cId="3202659961" sldId="262"/>
            <ac:spMk id="12" creationId="{AD4C4086-34EB-0BDE-BA99-638345705E7D}"/>
          </ac:spMkLst>
        </pc:spChg>
        <pc:spChg chg="add mod">
          <ac:chgData name="David Obakin" userId="S::dobakin@hawk.illinoistech.edu::61a6fd40-736e-4c94-b475-ee74f67952da" providerId="AD" clId="Web-{533966F8-3241-4C60-8C5D-FD6392D24F4D}" dt="2026-05-01T20:58:11.141" v="213"/>
          <ac:spMkLst>
            <pc:docMk/>
            <pc:sldMk cId="3202659961" sldId="262"/>
            <ac:spMk id="14" creationId="{5128E605-362E-78CA-543F-711567D0FF33}"/>
          </ac:spMkLst>
        </pc:spChg>
        <pc:spChg chg="add mod">
          <ac:chgData name="David Obakin" userId="S::dobakin@hawk.illinoistech.edu::61a6fd40-736e-4c94-b475-ee74f67952da" providerId="AD" clId="Web-{533966F8-3241-4C60-8C5D-FD6392D24F4D}" dt="2026-05-01T20:58:11.141" v="213"/>
          <ac:spMkLst>
            <pc:docMk/>
            <pc:sldMk cId="3202659961" sldId="262"/>
            <ac:spMk id="16" creationId="{C3859D16-C4AE-C0D3-E86E-21FF57F77DD8}"/>
          </ac:spMkLst>
        </pc:spChg>
        <pc:picChg chg="add mod ord">
          <ac:chgData name="David Obakin" userId="S::dobakin@hawk.illinoistech.edu::61a6fd40-736e-4c94-b475-ee74f67952da" providerId="AD" clId="Web-{533966F8-3241-4C60-8C5D-FD6392D24F4D}" dt="2026-05-01T21:01:19.113" v="245" actId="1076"/>
          <ac:picMkLst>
            <pc:docMk/>
            <pc:sldMk cId="3202659961" sldId="262"/>
            <ac:picMk id="5" creationId="{D4AAA655-3EF1-3DD7-E720-FDA3DD49FCEA}"/>
          </ac:picMkLst>
        </pc:picChg>
      </pc:sldChg>
      <pc:sldChg chg="addSp delSp modSp new mod modClrScheme chgLayout">
        <pc:chgData name="David Obakin" userId="S::dobakin@hawk.illinoistech.edu::61a6fd40-736e-4c94-b475-ee74f67952da" providerId="AD" clId="Web-{533966F8-3241-4C60-8C5D-FD6392D24F4D}" dt="2026-05-01T20:54:19.998" v="186" actId="20577"/>
        <pc:sldMkLst>
          <pc:docMk/>
          <pc:sldMk cId="3590757962" sldId="263"/>
        </pc:sldMkLst>
        <pc:spChg chg="mod ord">
          <ac:chgData name="David Obakin" userId="S::dobakin@hawk.illinoistech.edu::61a6fd40-736e-4c94-b475-ee74f67952da" providerId="AD" clId="Web-{533966F8-3241-4C60-8C5D-FD6392D24F4D}" dt="2026-05-01T20:54:19.998" v="186" actId="20577"/>
          <ac:spMkLst>
            <pc:docMk/>
            <pc:sldMk cId="3590757962" sldId="263"/>
            <ac:spMk id="2" creationId="{6FECDE8A-8567-5D1B-9B3E-789B37371D3C}"/>
          </ac:spMkLst>
        </pc:spChg>
        <pc:spChg chg="mod ord">
          <ac:chgData name="David Obakin" userId="S::dobakin@hawk.illinoistech.edu::61a6fd40-736e-4c94-b475-ee74f67952da" providerId="AD" clId="Web-{533966F8-3241-4C60-8C5D-FD6392D24F4D}" dt="2026-05-01T20:52:38.497" v="172" actId="20577"/>
          <ac:spMkLst>
            <pc:docMk/>
            <pc:sldMk cId="3590757962" sldId="263"/>
            <ac:spMk id="3" creationId="{6963C056-E5B3-AAA7-A9C6-FF69FA60A1F3}"/>
          </ac:spMkLst>
        </pc:spChg>
        <pc:spChg chg="add mod">
          <ac:chgData name="David Obakin" userId="S::dobakin@hawk.illinoistech.edu::61a6fd40-736e-4c94-b475-ee74f67952da" providerId="AD" clId="Web-{533966F8-3241-4C60-8C5D-FD6392D24F4D}" dt="2026-05-01T20:52:48.919" v="175" actId="1076"/>
          <ac:spMkLst>
            <pc:docMk/>
            <pc:sldMk cId="3590757962" sldId="263"/>
            <ac:spMk id="7" creationId="{06A263F1-D1D1-A1A4-8F74-026D6E7F4721}"/>
          </ac:spMkLst>
        </pc:spChg>
        <pc:spChg chg="add mod">
          <ac:chgData name="David Obakin" userId="S::dobakin@hawk.illinoistech.edu::61a6fd40-736e-4c94-b475-ee74f67952da" providerId="AD" clId="Web-{533966F8-3241-4C60-8C5D-FD6392D24F4D}" dt="2026-05-01T20:53:23.701" v="180" actId="1076"/>
          <ac:spMkLst>
            <pc:docMk/>
            <pc:sldMk cId="3590757962" sldId="263"/>
            <ac:spMk id="8" creationId="{D2A4A6A4-2C98-C04E-1CC1-18D21E93551B}"/>
          </ac:spMkLst>
        </pc:spChg>
        <pc:picChg chg="add mod">
          <ac:chgData name="David Obakin" userId="S::dobakin@hawk.illinoistech.edu::61a6fd40-736e-4c94-b475-ee74f67952da" providerId="AD" clId="Web-{533966F8-3241-4C60-8C5D-FD6392D24F4D}" dt="2026-05-01T20:52:42.982" v="173" actId="1076"/>
          <ac:picMkLst>
            <pc:docMk/>
            <pc:sldMk cId="3590757962" sldId="263"/>
            <ac:picMk id="4" creationId="{79336FB3-9371-AC90-2BCD-3516C8552BAD}"/>
          </ac:picMkLst>
        </pc:picChg>
        <pc:picChg chg="add mod">
          <ac:chgData name="David Obakin" userId="S::dobakin@hawk.illinoistech.edu::61a6fd40-736e-4c94-b475-ee74f67952da" providerId="AD" clId="Web-{533966F8-3241-4C60-8C5D-FD6392D24F4D}" dt="2026-05-01T20:52:45.529" v="174" actId="1076"/>
          <ac:picMkLst>
            <pc:docMk/>
            <pc:sldMk cId="3590757962" sldId="263"/>
            <ac:picMk id="5" creationId="{455D3841-1CEB-850E-F650-AF089FD8059C}"/>
          </ac:picMkLst>
        </pc:picChg>
      </pc:sldChg>
      <pc:sldMasterChg chg="add addSldLayout modSldLayout">
        <pc:chgData name="David Obakin" userId="S::dobakin@hawk.illinoistech.edu::61a6fd40-736e-4c94-b475-ee74f67952da" providerId="AD" clId="Web-{533966F8-3241-4C60-8C5D-FD6392D24F4D}" dt="2026-05-01T20:39:24.993" v="85"/>
        <pc:sldMasterMkLst>
          <pc:docMk/>
          <pc:sldMasterMk cId="1612839095" sldId="2147483864"/>
        </pc:sldMasterMkLst>
        <pc:sldLayoutChg chg="add mod replId">
          <pc:chgData name="David Obakin" userId="S::dobakin@hawk.illinoistech.edu::61a6fd40-736e-4c94-b475-ee74f67952da" providerId="AD" clId="Web-{533966F8-3241-4C60-8C5D-FD6392D24F4D}" dt="2026-05-01T20:39:24.993" v="85"/>
          <pc:sldLayoutMkLst>
            <pc:docMk/>
            <pc:sldMasterMk cId="1612839095" sldId="2147483864"/>
            <pc:sldLayoutMk cId="3142556713" sldId="2147483865"/>
          </pc:sldLayoutMkLst>
        </pc:sldLayoutChg>
        <pc:sldLayoutChg chg="add mod replId">
          <pc:chgData name="David Obakin" userId="S::dobakin@hawk.illinoistech.edu::61a6fd40-736e-4c94-b475-ee74f67952da" providerId="AD" clId="Web-{533966F8-3241-4C60-8C5D-FD6392D24F4D}" dt="2026-05-01T20:39:24.993" v="85"/>
          <pc:sldLayoutMkLst>
            <pc:docMk/>
            <pc:sldMasterMk cId="1612839095" sldId="2147483864"/>
            <pc:sldLayoutMk cId="535493327" sldId="2147483866"/>
          </pc:sldLayoutMkLst>
        </pc:sldLayoutChg>
        <pc:sldLayoutChg chg="add mod replId">
          <pc:chgData name="David Obakin" userId="S::dobakin@hawk.illinoistech.edu::61a6fd40-736e-4c94-b475-ee74f67952da" providerId="AD" clId="Web-{533966F8-3241-4C60-8C5D-FD6392D24F4D}" dt="2026-05-01T20:39:24.993" v="85"/>
          <pc:sldLayoutMkLst>
            <pc:docMk/>
            <pc:sldMasterMk cId="1612839095" sldId="2147483864"/>
            <pc:sldLayoutMk cId="3292725146" sldId="2147483867"/>
          </pc:sldLayoutMkLst>
        </pc:sldLayoutChg>
        <pc:sldLayoutChg chg="add mod replId">
          <pc:chgData name="David Obakin" userId="S::dobakin@hawk.illinoistech.edu::61a6fd40-736e-4c94-b475-ee74f67952da" providerId="AD" clId="Web-{533966F8-3241-4C60-8C5D-FD6392D24F4D}" dt="2026-05-01T20:39:24.993" v="85"/>
          <pc:sldLayoutMkLst>
            <pc:docMk/>
            <pc:sldMasterMk cId="1612839095" sldId="2147483864"/>
            <pc:sldLayoutMk cId="1476552977" sldId="2147483868"/>
          </pc:sldLayoutMkLst>
        </pc:sldLayoutChg>
        <pc:sldLayoutChg chg="add mod replId">
          <pc:chgData name="David Obakin" userId="S::dobakin@hawk.illinoistech.edu::61a6fd40-736e-4c94-b475-ee74f67952da" providerId="AD" clId="Web-{533966F8-3241-4C60-8C5D-FD6392D24F4D}" dt="2026-05-01T20:39:24.993" v="85"/>
          <pc:sldLayoutMkLst>
            <pc:docMk/>
            <pc:sldMasterMk cId="1612839095" sldId="2147483864"/>
            <pc:sldLayoutMk cId="1528505004" sldId="2147483869"/>
          </pc:sldLayoutMkLst>
        </pc:sldLayoutChg>
        <pc:sldLayoutChg chg="add mod replId">
          <pc:chgData name="David Obakin" userId="S::dobakin@hawk.illinoistech.edu::61a6fd40-736e-4c94-b475-ee74f67952da" providerId="AD" clId="Web-{533966F8-3241-4C60-8C5D-FD6392D24F4D}" dt="2026-05-01T20:39:24.993" v="85"/>
          <pc:sldLayoutMkLst>
            <pc:docMk/>
            <pc:sldMasterMk cId="1612839095" sldId="2147483864"/>
            <pc:sldLayoutMk cId="2473418130" sldId="2147483870"/>
          </pc:sldLayoutMkLst>
        </pc:sldLayoutChg>
        <pc:sldLayoutChg chg="add mod replId">
          <pc:chgData name="David Obakin" userId="S::dobakin@hawk.illinoistech.edu::61a6fd40-736e-4c94-b475-ee74f67952da" providerId="AD" clId="Web-{533966F8-3241-4C60-8C5D-FD6392D24F4D}" dt="2026-05-01T20:39:24.993" v="85"/>
          <pc:sldLayoutMkLst>
            <pc:docMk/>
            <pc:sldMasterMk cId="1612839095" sldId="2147483864"/>
            <pc:sldLayoutMk cId="3171665777" sldId="2147483871"/>
          </pc:sldLayoutMkLst>
        </pc:sldLayoutChg>
        <pc:sldLayoutChg chg="add mod replId">
          <pc:chgData name="David Obakin" userId="S::dobakin@hawk.illinoistech.edu::61a6fd40-736e-4c94-b475-ee74f67952da" providerId="AD" clId="Web-{533966F8-3241-4C60-8C5D-FD6392D24F4D}" dt="2026-05-01T20:39:24.993" v="85"/>
          <pc:sldLayoutMkLst>
            <pc:docMk/>
            <pc:sldMasterMk cId="1612839095" sldId="2147483864"/>
            <pc:sldLayoutMk cId="1898227859" sldId="2147483872"/>
          </pc:sldLayoutMkLst>
        </pc:sldLayoutChg>
        <pc:sldLayoutChg chg="add mod replId">
          <pc:chgData name="David Obakin" userId="S::dobakin@hawk.illinoistech.edu::61a6fd40-736e-4c94-b475-ee74f67952da" providerId="AD" clId="Web-{533966F8-3241-4C60-8C5D-FD6392D24F4D}" dt="2026-05-01T20:39:24.993" v="85"/>
          <pc:sldLayoutMkLst>
            <pc:docMk/>
            <pc:sldMasterMk cId="1612839095" sldId="2147483864"/>
            <pc:sldLayoutMk cId="3413205166" sldId="2147483873"/>
          </pc:sldLayoutMkLst>
        </pc:sldLayoutChg>
        <pc:sldLayoutChg chg="add mod replId">
          <pc:chgData name="David Obakin" userId="S::dobakin@hawk.illinoistech.edu::61a6fd40-736e-4c94-b475-ee74f67952da" providerId="AD" clId="Web-{533966F8-3241-4C60-8C5D-FD6392D24F4D}" dt="2026-05-01T20:39:24.993" v="85"/>
          <pc:sldLayoutMkLst>
            <pc:docMk/>
            <pc:sldMasterMk cId="1612839095" sldId="2147483864"/>
            <pc:sldLayoutMk cId="4047194776" sldId="2147483874"/>
          </pc:sldLayoutMkLst>
        </pc:sldLayoutChg>
        <pc:sldLayoutChg chg="add mod replId">
          <pc:chgData name="David Obakin" userId="S::dobakin@hawk.illinoistech.edu::61a6fd40-736e-4c94-b475-ee74f67952da" providerId="AD" clId="Web-{533966F8-3241-4C60-8C5D-FD6392D24F4D}" dt="2026-05-01T20:39:24.993" v="85"/>
          <pc:sldLayoutMkLst>
            <pc:docMk/>
            <pc:sldMasterMk cId="1612839095" sldId="2147483864"/>
            <pc:sldLayoutMk cId="3736270676" sldId="2147483875"/>
          </pc:sldLayoutMkLst>
        </pc:sldLayoutChg>
      </pc:sldMasterChg>
    </pc:docChg>
  </pc:docChgLst>
  <pc:docChgLst>
    <pc:chgData name="Michael Hatzis" userId="S::mhatzis@hawk.illinoistech.edu::f8bf0336-080d-422c-8829-c28026e2c4cb" providerId="AD" clId="Web-{A1C2F4C9-13A3-18E7-AE92-F7C48645BB54}"/>
    <pc:docChg chg="modSld">
      <pc:chgData name="Michael Hatzis" userId="S::mhatzis@hawk.illinoistech.edu::f8bf0336-080d-422c-8829-c28026e2c4cb" providerId="AD" clId="Web-{A1C2F4C9-13A3-18E7-AE92-F7C48645BB54}" dt="2026-05-06T14:32:28.950" v="4" actId="20577"/>
      <pc:docMkLst>
        <pc:docMk/>
      </pc:docMkLst>
      <pc:sldChg chg="modSp">
        <pc:chgData name="Michael Hatzis" userId="S::mhatzis@hawk.illinoistech.edu::f8bf0336-080d-422c-8829-c28026e2c4cb" providerId="AD" clId="Web-{A1C2F4C9-13A3-18E7-AE92-F7C48645BB54}" dt="2026-05-06T14:32:28.950" v="4" actId="20577"/>
        <pc:sldMkLst>
          <pc:docMk/>
          <pc:sldMk cId="109857222" sldId="256"/>
        </pc:sldMkLst>
        <pc:spChg chg="mod">
          <ac:chgData name="Michael Hatzis" userId="S::mhatzis@hawk.illinoistech.edu::f8bf0336-080d-422c-8829-c28026e2c4cb" providerId="AD" clId="Web-{A1C2F4C9-13A3-18E7-AE92-F7C48645BB54}" dt="2026-05-06T14:32:28.950" v="4" actId="20577"/>
          <ac:spMkLst>
            <pc:docMk/>
            <pc:sldMk cId="109857222" sldId="256"/>
            <ac:spMk id="3" creationId="{00000000-0000-0000-0000-000000000000}"/>
          </ac:spMkLst>
        </pc:spChg>
      </pc:sldChg>
    </pc:docChg>
  </pc:docChgLst>
  <pc:docChgLst>
    <pc:chgData name="David Obakin" userId="S::dobakin@hawk.illinoistech.edu::61a6fd40-736e-4c94-b475-ee74f67952da" providerId="AD" clId="Web-{3AF43466-6F1E-4294-A4A8-E9B4D507322E}"/>
    <pc:docChg chg="modSld">
      <pc:chgData name="David Obakin" userId="S::dobakin@hawk.illinoistech.edu::61a6fd40-736e-4c94-b475-ee74f67952da" providerId="AD" clId="Web-{3AF43466-6F1E-4294-A4A8-E9B4D507322E}" dt="2026-05-06T19:26:11.174" v="320"/>
      <pc:docMkLst>
        <pc:docMk/>
      </pc:docMkLst>
      <pc:sldChg chg="modSp">
        <pc:chgData name="David Obakin" userId="S::dobakin@hawk.illinoistech.edu::61a6fd40-736e-4c94-b475-ee74f67952da" providerId="AD" clId="Web-{3AF43466-6F1E-4294-A4A8-E9B4D507322E}" dt="2026-05-06T19:08:39.033" v="139"/>
        <pc:sldMkLst>
          <pc:docMk/>
          <pc:sldMk cId="212098555" sldId="258"/>
        </pc:sldMkLst>
        <pc:spChg chg="mod">
          <ac:chgData name="David Obakin" userId="S::dobakin@hawk.illinoistech.edu::61a6fd40-736e-4c94-b475-ee74f67952da" providerId="AD" clId="Web-{3AF43466-6F1E-4294-A4A8-E9B4D507322E}" dt="2026-05-06T19:08:39.033" v="139"/>
          <ac:spMkLst>
            <pc:docMk/>
            <pc:sldMk cId="212098555" sldId="258"/>
            <ac:spMk id="3" creationId="{C0123813-6FA2-CCBA-ED33-DE650D55295E}"/>
          </ac:spMkLst>
        </pc:spChg>
      </pc:sldChg>
      <pc:sldChg chg="modSp">
        <pc:chgData name="David Obakin" userId="S::dobakin@hawk.illinoistech.edu::61a6fd40-736e-4c94-b475-ee74f67952da" providerId="AD" clId="Web-{3AF43466-6F1E-4294-A4A8-E9B4D507322E}" dt="2026-05-06T19:01:00.908" v="123" actId="20577"/>
        <pc:sldMkLst>
          <pc:docMk/>
          <pc:sldMk cId="4232321948" sldId="259"/>
        </pc:sldMkLst>
        <pc:spChg chg="mod">
          <ac:chgData name="David Obakin" userId="S::dobakin@hawk.illinoistech.edu::61a6fd40-736e-4c94-b475-ee74f67952da" providerId="AD" clId="Web-{3AF43466-6F1E-4294-A4A8-E9B4D507322E}" dt="2026-05-06T19:01:00.908" v="123" actId="20577"/>
          <ac:spMkLst>
            <pc:docMk/>
            <pc:sldMk cId="4232321948" sldId="259"/>
            <ac:spMk id="3" creationId="{F4839546-1FF6-C3D5-999A-30D3EA0F93D4}"/>
          </ac:spMkLst>
        </pc:spChg>
      </pc:sldChg>
      <pc:sldChg chg="modSp">
        <pc:chgData name="David Obakin" userId="S::dobakin@hawk.illinoistech.edu::61a6fd40-736e-4c94-b475-ee74f67952da" providerId="AD" clId="Web-{3AF43466-6F1E-4294-A4A8-E9B4D507322E}" dt="2026-05-06T19:09:22.877" v="152" actId="20577"/>
        <pc:sldMkLst>
          <pc:docMk/>
          <pc:sldMk cId="1183680456" sldId="260"/>
        </pc:sldMkLst>
        <pc:spChg chg="mod">
          <ac:chgData name="David Obakin" userId="S::dobakin@hawk.illinoistech.edu::61a6fd40-736e-4c94-b475-ee74f67952da" providerId="AD" clId="Web-{3AF43466-6F1E-4294-A4A8-E9B4D507322E}" dt="2026-05-06T19:09:22.877" v="152" actId="20577"/>
          <ac:spMkLst>
            <pc:docMk/>
            <pc:sldMk cId="1183680456" sldId="260"/>
            <ac:spMk id="2" creationId="{6EA3A38B-FD46-1758-4316-74BDE98639D4}"/>
          </ac:spMkLst>
        </pc:spChg>
      </pc:sldChg>
      <pc:sldChg chg="modSp modNotes">
        <pc:chgData name="David Obakin" userId="S::dobakin@hawk.illinoistech.edu::61a6fd40-736e-4c94-b475-ee74f67952da" providerId="AD" clId="Web-{3AF43466-6F1E-4294-A4A8-E9B4D507322E}" dt="2026-05-06T19:17:30.689" v="165" actId="20577"/>
        <pc:sldMkLst>
          <pc:docMk/>
          <pc:sldMk cId="2435580653" sldId="261"/>
        </pc:sldMkLst>
        <pc:spChg chg="mod">
          <ac:chgData name="David Obakin" userId="S::dobakin@hawk.illinoistech.edu::61a6fd40-736e-4c94-b475-ee74f67952da" providerId="AD" clId="Web-{3AF43466-6F1E-4294-A4A8-E9B4D507322E}" dt="2026-05-06T19:17:30.689" v="165" actId="20577"/>
          <ac:spMkLst>
            <pc:docMk/>
            <pc:sldMk cId="2435580653" sldId="261"/>
            <ac:spMk id="10" creationId="{54EE50D6-6707-E3FF-0614-D671ED2CD444}"/>
          </ac:spMkLst>
        </pc:spChg>
      </pc:sldChg>
      <pc:sldChg chg="addSp delSp modSp modNotes">
        <pc:chgData name="David Obakin" userId="S::dobakin@hawk.illinoistech.edu::61a6fd40-736e-4c94-b475-ee74f67952da" providerId="AD" clId="Web-{3AF43466-6F1E-4294-A4A8-E9B4D507322E}" dt="2026-05-06T19:16:38.689" v="163"/>
        <pc:sldMkLst>
          <pc:docMk/>
          <pc:sldMk cId="3202659961" sldId="262"/>
        </pc:sldMkLst>
        <pc:spChg chg="add del mod">
          <ac:chgData name="David Obakin" userId="S::dobakin@hawk.illinoistech.edu::61a6fd40-736e-4c94-b475-ee74f67952da" providerId="AD" clId="Web-{3AF43466-6F1E-4294-A4A8-E9B4D507322E}" dt="2026-05-06T18:24:14.110" v="5"/>
          <ac:spMkLst>
            <pc:docMk/>
            <pc:sldMk cId="3202659961" sldId="262"/>
            <ac:spMk id="7" creationId="{254EF107-4061-EABF-BF3B-9AFF13A98DD7}"/>
          </ac:spMkLst>
        </pc:spChg>
        <pc:spChg chg="mod">
          <ac:chgData name="David Obakin" userId="S::dobakin@hawk.illinoistech.edu::61a6fd40-736e-4c94-b475-ee74f67952da" providerId="AD" clId="Web-{3AF43466-6F1E-4294-A4A8-E9B4D507322E}" dt="2026-05-06T18:28:44.547" v="17" actId="20577"/>
          <ac:spMkLst>
            <pc:docMk/>
            <pc:sldMk cId="3202659961" sldId="262"/>
            <ac:spMk id="10" creationId="{1BB6AB6D-2D47-8DEB-45DE-BD9A0C33F8AD}"/>
          </ac:spMkLst>
        </pc:spChg>
        <pc:picChg chg="add mod">
          <ac:chgData name="David Obakin" userId="S::dobakin@hawk.illinoistech.edu::61a6fd40-736e-4c94-b475-ee74f67952da" providerId="AD" clId="Web-{3AF43466-6F1E-4294-A4A8-E9B4D507322E}" dt="2026-05-06T18:24:36.922" v="11" actId="14100"/>
          <ac:picMkLst>
            <pc:docMk/>
            <pc:sldMk cId="3202659961" sldId="262"/>
            <ac:picMk id="4" creationId="{17AFCB2D-B1DB-BABC-780F-A64F569280D9}"/>
          </ac:picMkLst>
        </pc:picChg>
        <pc:picChg chg="del mod">
          <ac:chgData name="David Obakin" userId="S::dobakin@hawk.illinoistech.edu::61a6fd40-736e-4c94-b475-ee74f67952da" providerId="AD" clId="Web-{3AF43466-6F1E-4294-A4A8-E9B4D507322E}" dt="2026-05-06T18:23:59.141" v="3"/>
          <ac:picMkLst>
            <pc:docMk/>
            <pc:sldMk cId="3202659961" sldId="262"/>
            <ac:picMk id="5" creationId="{D4AAA655-3EF1-3DD7-E720-FDA3DD49FCEA}"/>
          </ac:picMkLst>
        </pc:picChg>
      </pc:sldChg>
      <pc:sldChg chg="addSp delSp modSp">
        <pc:chgData name="David Obakin" userId="S::dobakin@hawk.illinoistech.edu::61a6fd40-736e-4c94-b475-ee74f67952da" providerId="AD" clId="Web-{3AF43466-6F1E-4294-A4A8-E9B4D507322E}" dt="2026-05-06T19:08:22.377" v="133" actId="20577"/>
        <pc:sldMkLst>
          <pc:docMk/>
          <pc:sldMk cId="3590757962" sldId="263"/>
        </pc:sldMkLst>
        <pc:spChg chg="mod">
          <ac:chgData name="David Obakin" userId="S::dobakin@hawk.illinoistech.edu::61a6fd40-736e-4c94-b475-ee74f67952da" providerId="AD" clId="Web-{3AF43466-6F1E-4294-A4A8-E9B4D507322E}" dt="2026-05-06T19:08:22.377" v="133" actId="20577"/>
          <ac:spMkLst>
            <pc:docMk/>
            <pc:sldMk cId="3590757962" sldId="263"/>
            <ac:spMk id="8" creationId="{D2A4A6A4-2C98-C04E-1CC1-18D21E93551B}"/>
          </ac:spMkLst>
        </pc:spChg>
        <pc:picChg chg="mod">
          <ac:chgData name="David Obakin" userId="S::dobakin@hawk.illinoistech.edu::61a6fd40-736e-4c94-b475-ee74f67952da" providerId="AD" clId="Web-{3AF43466-6F1E-4294-A4A8-E9B4D507322E}" dt="2026-05-06T18:36:19.313" v="25"/>
          <ac:picMkLst>
            <pc:docMk/>
            <pc:sldMk cId="3590757962" sldId="263"/>
            <ac:picMk id="5" creationId="{455D3841-1CEB-850E-F650-AF089FD8059C}"/>
          </ac:picMkLst>
        </pc:picChg>
        <pc:inkChg chg="add">
          <ac:chgData name="David Obakin" userId="S::dobakin@hawk.illinoistech.edu::61a6fd40-736e-4c94-b475-ee74f67952da" providerId="AD" clId="Web-{3AF43466-6F1E-4294-A4A8-E9B4D507322E}" dt="2026-05-06T18:36:39.860" v="27"/>
          <ac:inkMkLst>
            <pc:docMk/>
            <pc:sldMk cId="3590757962" sldId="263"/>
            <ac:inkMk id="6" creationId="{3A85F762-8F0F-8531-3850-B1AD9A66BD45}"/>
          </ac:inkMkLst>
        </pc:inkChg>
        <pc:inkChg chg="add del">
          <ac:chgData name="David Obakin" userId="S::dobakin@hawk.illinoistech.edu::61a6fd40-736e-4c94-b475-ee74f67952da" providerId="AD" clId="Web-{3AF43466-6F1E-4294-A4A8-E9B4D507322E}" dt="2026-05-06T18:37:08.298" v="31"/>
          <ac:inkMkLst>
            <pc:docMk/>
            <pc:sldMk cId="3590757962" sldId="263"/>
            <ac:inkMk id="9" creationId="{19AE2E5E-E4E9-4FDF-1F4C-B5210394934E}"/>
          </ac:inkMkLst>
        </pc:inkChg>
        <pc:inkChg chg="add del">
          <ac:chgData name="David Obakin" userId="S::dobakin@hawk.illinoistech.edu::61a6fd40-736e-4c94-b475-ee74f67952da" providerId="AD" clId="Web-{3AF43466-6F1E-4294-A4A8-E9B4D507322E}" dt="2026-05-06T18:37:07.829" v="30"/>
          <ac:inkMkLst>
            <pc:docMk/>
            <pc:sldMk cId="3590757962" sldId="263"/>
            <ac:inkMk id="10" creationId="{6940C20E-5061-AAA6-E6CB-3D668B369EF7}"/>
          </ac:inkMkLst>
        </pc:inkChg>
      </pc:sldChg>
      <pc:sldChg chg="modSp modNotes">
        <pc:chgData name="David Obakin" userId="S::dobakin@hawk.illinoistech.edu::61a6fd40-736e-4c94-b475-ee74f67952da" providerId="AD" clId="Web-{3AF43466-6F1E-4294-A4A8-E9B4D507322E}" dt="2026-05-06T19:26:11.174" v="320"/>
        <pc:sldMkLst>
          <pc:docMk/>
          <pc:sldMk cId="2922807242" sldId="264"/>
        </pc:sldMkLst>
        <pc:spChg chg="mod">
          <ac:chgData name="David Obakin" userId="S::dobakin@hawk.illinoistech.edu::61a6fd40-736e-4c94-b475-ee74f67952da" providerId="AD" clId="Web-{3AF43466-6F1E-4294-A4A8-E9B4D507322E}" dt="2026-05-06T19:09:13.205" v="147" actId="20577"/>
          <ac:spMkLst>
            <pc:docMk/>
            <pc:sldMk cId="2922807242" sldId="264"/>
            <ac:spMk id="8" creationId="{14FE129A-717B-4F7F-0538-A17EE6ED5321}"/>
          </ac:spMkLst>
        </pc:spChg>
      </pc:sldChg>
      <pc:sldChg chg="addSp delSp modSp mod modClrScheme chgLayout">
        <pc:chgData name="David Obakin" userId="S::dobakin@hawk.illinoistech.edu::61a6fd40-736e-4c94-b475-ee74f67952da" providerId="AD" clId="Web-{3AF43466-6F1E-4294-A4A8-E9B4D507322E}" dt="2026-05-06T19:00:38.080" v="122" actId="14100"/>
        <pc:sldMkLst>
          <pc:docMk/>
          <pc:sldMk cId="1744672613" sldId="267"/>
        </pc:sldMkLst>
        <pc:spChg chg="mod">
          <ac:chgData name="David Obakin" userId="S::dobakin@hawk.illinoistech.edu::61a6fd40-736e-4c94-b475-ee74f67952da" providerId="AD" clId="Web-{3AF43466-6F1E-4294-A4A8-E9B4D507322E}" dt="2026-05-06T18:56:46.783" v="92"/>
          <ac:spMkLst>
            <pc:docMk/>
            <pc:sldMk cId="1744672613" sldId="267"/>
            <ac:spMk id="2" creationId="{C861C1A0-1DCD-D3A0-2066-FBBBFF806CD2}"/>
          </ac:spMkLst>
        </pc:spChg>
        <pc:spChg chg="mod">
          <ac:chgData name="David Obakin" userId="S::dobakin@hawk.illinoistech.edu::61a6fd40-736e-4c94-b475-ee74f67952da" providerId="AD" clId="Web-{3AF43466-6F1E-4294-A4A8-E9B4D507322E}" dt="2026-05-06T18:56:46.783" v="92"/>
          <ac:spMkLst>
            <pc:docMk/>
            <pc:sldMk cId="1744672613" sldId="267"/>
            <ac:spMk id="4" creationId="{54BD7ABD-4DFA-B7DA-4860-14C163A78027}"/>
          </ac:spMkLst>
        </pc:spChg>
        <pc:spChg chg="mod">
          <ac:chgData name="David Obakin" userId="S::dobakin@hawk.illinoistech.edu::61a6fd40-736e-4c94-b475-ee74f67952da" providerId="AD" clId="Web-{3AF43466-6F1E-4294-A4A8-E9B4D507322E}" dt="2026-05-06T18:56:46.783" v="92"/>
          <ac:spMkLst>
            <pc:docMk/>
            <pc:sldMk cId="1744672613" sldId="267"/>
            <ac:spMk id="5" creationId="{A14C64E2-334B-7DF9-FCF5-287BB1CB8D98}"/>
          </ac:spMkLst>
        </pc:spChg>
        <pc:spChg chg="mod">
          <ac:chgData name="David Obakin" userId="S::dobakin@hawk.illinoistech.edu::61a6fd40-736e-4c94-b475-ee74f67952da" providerId="AD" clId="Web-{3AF43466-6F1E-4294-A4A8-E9B4D507322E}" dt="2026-05-06T18:56:46.783" v="92"/>
          <ac:spMkLst>
            <pc:docMk/>
            <pc:sldMk cId="1744672613" sldId="267"/>
            <ac:spMk id="6" creationId="{C1A4A68A-D7FC-C5C2-811B-0EF66D1B88D8}"/>
          </ac:spMkLst>
        </pc:spChg>
        <pc:spChg chg="mod ord">
          <ac:chgData name="David Obakin" userId="S::dobakin@hawk.illinoistech.edu::61a6fd40-736e-4c94-b475-ee74f67952da" providerId="AD" clId="Web-{3AF43466-6F1E-4294-A4A8-E9B4D507322E}" dt="2026-05-06T19:00:38.080" v="122" actId="14100"/>
          <ac:spMkLst>
            <pc:docMk/>
            <pc:sldMk cId="1744672613" sldId="267"/>
            <ac:spMk id="8" creationId="{042AB34B-C06D-C329-654E-2C0F8651AF0E}"/>
          </ac:spMkLst>
        </pc:spChg>
        <pc:spChg chg="add del mod">
          <ac:chgData name="David Obakin" userId="S::dobakin@hawk.illinoistech.edu::61a6fd40-736e-4c94-b475-ee74f67952da" providerId="AD" clId="Web-{3AF43466-6F1E-4294-A4A8-E9B4D507322E}" dt="2026-05-06T18:49:18.704" v="62"/>
          <ac:spMkLst>
            <pc:docMk/>
            <pc:sldMk cId="1744672613" sldId="267"/>
            <ac:spMk id="9" creationId="{E137E640-E616-ED7E-E512-BAB03367F07A}"/>
          </ac:spMkLst>
        </pc:spChg>
        <pc:spChg chg="add del mod">
          <ac:chgData name="David Obakin" userId="S::dobakin@hawk.illinoistech.edu::61a6fd40-736e-4c94-b475-ee74f67952da" providerId="AD" clId="Web-{3AF43466-6F1E-4294-A4A8-E9B4D507322E}" dt="2026-05-06T18:55:35.673" v="71"/>
          <ac:spMkLst>
            <pc:docMk/>
            <pc:sldMk cId="1744672613" sldId="267"/>
            <ac:spMk id="12" creationId="{971E9CEE-B1F2-C21B-0981-7DC845859730}"/>
          </ac:spMkLst>
        </pc:spChg>
        <pc:spChg chg="add del mod">
          <ac:chgData name="David Obakin" userId="S::dobakin@hawk.illinoistech.edu::61a6fd40-736e-4c94-b475-ee74f67952da" providerId="AD" clId="Web-{3AF43466-6F1E-4294-A4A8-E9B4D507322E}" dt="2026-05-06T18:56:26.439" v="82"/>
          <ac:spMkLst>
            <pc:docMk/>
            <pc:sldMk cId="1744672613" sldId="267"/>
            <ac:spMk id="18" creationId="{6651B4FB-F242-AB3D-93BB-C4049176BAEE}"/>
          </ac:spMkLst>
        </pc:spChg>
        <pc:spChg chg="add del mod">
          <ac:chgData name="David Obakin" userId="S::dobakin@hawk.illinoistech.edu::61a6fd40-736e-4c94-b475-ee74f67952da" providerId="AD" clId="Web-{3AF43466-6F1E-4294-A4A8-E9B4D507322E}" dt="2026-05-06T18:56:26.439" v="82"/>
          <ac:spMkLst>
            <pc:docMk/>
            <pc:sldMk cId="1744672613" sldId="267"/>
            <ac:spMk id="20" creationId="{A63FE187-52D8-FC0B-5C4A-F0463E0FFF80}"/>
          </ac:spMkLst>
        </pc:spChg>
        <pc:picChg chg="del mod">
          <ac:chgData name="David Obakin" userId="S::dobakin@hawk.illinoistech.edu::61a6fd40-736e-4c94-b475-ee74f67952da" providerId="AD" clId="Web-{3AF43466-6F1E-4294-A4A8-E9B4D507322E}" dt="2026-05-06T18:49:17.392" v="61"/>
          <ac:picMkLst>
            <pc:docMk/>
            <pc:sldMk cId="1744672613" sldId="267"/>
            <ac:picMk id="7" creationId="{A7DB6B25-13E8-36B7-DEC1-850834F610CD}"/>
          </ac:picMkLst>
        </pc:picChg>
        <pc:picChg chg="add del mod ord">
          <ac:chgData name="David Obakin" userId="S::dobakin@hawk.illinoistech.edu::61a6fd40-736e-4c94-b475-ee74f67952da" providerId="AD" clId="Web-{3AF43466-6F1E-4294-A4A8-E9B4D507322E}" dt="2026-05-06T18:55:30.611" v="70"/>
          <ac:picMkLst>
            <pc:docMk/>
            <pc:sldMk cId="1744672613" sldId="267"/>
            <ac:picMk id="10" creationId="{C78FB09E-3517-40D4-513E-D158A4D29F5B}"/>
          </ac:picMkLst>
        </pc:picChg>
        <pc:picChg chg="add del mod ord">
          <ac:chgData name="David Obakin" userId="S::dobakin@hawk.illinoistech.edu::61a6fd40-736e-4c94-b475-ee74f67952da" providerId="AD" clId="Web-{3AF43466-6F1E-4294-A4A8-E9B4D507322E}" dt="2026-05-06T18:59:00.580" v="103"/>
          <ac:picMkLst>
            <pc:docMk/>
            <pc:sldMk cId="1744672613" sldId="267"/>
            <ac:picMk id="13" creationId="{8C43C157-333E-C9AB-7B4F-3CFB3F6FB774}"/>
          </ac:picMkLst>
        </pc:picChg>
        <pc:picChg chg="add mod">
          <ac:chgData name="David Obakin" userId="S::dobakin@hawk.illinoistech.edu::61a6fd40-736e-4c94-b475-ee74f67952da" providerId="AD" clId="Web-{3AF43466-6F1E-4294-A4A8-E9B4D507322E}" dt="2026-05-06T19:00:32.080" v="120" actId="14100"/>
          <ac:picMkLst>
            <pc:docMk/>
            <pc:sldMk cId="1744672613" sldId="267"/>
            <ac:picMk id="14" creationId="{66D461C6-2005-826B-F086-9BF593843824}"/>
          </ac:picMkLst>
        </pc:picChg>
      </pc:sldChg>
    </pc:docChg>
  </pc:docChgLst>
  <pc:docChgLst>
    <pc:chgData name="Michael Hatzis" userId="S::mhatzis@hawk.illinoistech.edu::f8bf0336-080d-422c-8829-c28026e2c4cb" providerId="AD" clId="Web-{DF29EBDB-8CE6-065A-0905-73411B5CDA1B}"/>
    <pc:docChg chg="addSld delSld modSld">
      <pc:chgData name="Michael Hatzis" userId="S::mhatzis@hawk.illinoistech.edu::f8bf0336-080d-422c-8829-c28026e2c4cb" providerId="AD" clId="Web-{DF29EBDB-8CE6-065A-0905-73411B5CDA1B}" dt="2026-05-06T15:08:55.460" v="266" actId="1076"/>
      <pc:docMkLst>
        <pc:docMk/>
      </pc:docMkLst>
      <pc:sldChg chg="modSp">
        <pc:chgData name="Michael Hatzis" userId="S::mhatzis@hawk.illinoistech.edu::f8bf0336-080d-422c-8829-c28026e2c4cb" providerId="AD" clId="Web-{DF29EBDB-8CE6-065A-0905-73411B5CDA1B}" dt="2026-05-06T15:02:27.707" v="158" actId="20577"/>
        <pc:sldMkLst>
          <pc:docMk/>
          <pc:sldMk cId="659292699" sldId="266"/>
        </pc:sldMkLst>
        <pc:spChg chg="mod">
          <ac:chgData name="Michael Hatzis" userId="S::mhatzis@hawk.illinoistech.edu::f8bf0336-080d-422c-8829-c28026e2c4cb" providerId="AD" clId="Web-{DF29EBDB-8CE6-065A-0905-73411B5CDA1B}" dt="2026-05-06T15:02:27.707" v="158" actId="20577"/>
          <ac:spMkLst>
            <pc:docMk/>
            <pc:sldMk cId="659292699" sldId="266"/>
            <ac:spMk id="3" creationId="{1658A5DA-2656-7982-EF66-9139C0580A9F}"/>
          </ac:spMkLst>
        </pc:spChg>
      </pc:sldChg>
      <pc:sldChg chg="modSp">
        <pc:chgData name="Michael Hatzis" userId="S::mhatzis@hawk.illinoistech.edu::f8bf0336-080d-422c-8829-c28026e2c4cb" providerId="AD" clId="Web-{DF29EBDB-8CE6-065A-0905-73411B5CDA1B}" dt="2026-05-06T15:05:02.771" v="223" actId="1076"/>
        <pc:sldMkLst>
          <pc:docMk/>
          <pc:sldMk cId="3580487381" sldId="271"/>
        </pc:sldMkLst>
        <pc:spChg chg="mod">
          <ac:chgData name="Michael Hatzis" userId="S::mhatzis@hawk.illinoistech.edu::f8bf0336-080d-422c-8829-c28026e2c4cb" providerId="AD" clId="Web-{DF29EBDB-8CE6-065A-0905-73411B5CDA1B}" dt="2026-05-06T15:04:51.505" v="221" actId="20577"/>
          <ac:spMkLst>
            <pc:docMk/>
            <pc:sldMk cId="3580487381" sldId="271"/>
            <ac:spMk id="3" creationId="{2F72730A-EEF2-5B7C-5386-0126FA342239}"/>
          </ac:spMkLst>
        </pc:spChg>
        <pc:picChg chg="mod">
          <ac:chgData name="Michael Hatzis" userId="S::mhatzis@hawk.illinoistech.edu::f8bf0336-080d-422c-8829-c28026e2c4cb" providerId="AD" clId="Web-{DF29EBDB-8CE6-065A-0905-73411B5CDA1B}" dt="2026-05-06T15:05:02.771" v="223" actId="1076"/>
          <ac:picMkLst>
            <pc:docMk/>
            <pc:sldMk cId="3580487381" sldId="271"/>
            <ac:picMk id="4" creationId="{D1F80631-527F-2049-2E59-84FCE08A59B6}"/>
          </ac:picMkLst>
        </pc:picChg>
        <pc:picChg chg="mod">
          <ac:chgData name="Michael Hatzis" userId="S::mhatzis@hawk.illinoistech.edu::f8bf0336-080d-422c-8829-c28026e2c4cb" providerId="AD" clId="Web-{DF29EBDB-8CE6-065A-0905-73411B5CDA1B}" dt="2026-05-06T15:04:56.427" v="222" actId="14100"/>
          <ac:picMkLst>
            <pc:docMk/>
            <pc:sldMk cId="3580487381" sldId="271"/>
            <ac:picMk id="8" creationId="{3814E8AF-4239-E489-F5C0-BC39F09DC593}"/>
          </ac:picMkLst>
        </pc:picChg>
      </pc:sldChg>
      <pc:sldChg chg="addSp delSp modSp">
        <pc:chgData name="Michael Hatzis" userId="S::mhatzis@hawk.illinoistech.edu::f8bf0336-080d-422c-8829-c28026e2c4cb" providerId="AD" clId="Web-{DF29EBDB-8CE6-065A-0905-73411B5CDA1B}" dt="2026-05-06T14:55:10.308" v="83" actId="20577"/>
        <pc:sldMkLst>
          <pc:docMk/>
          <pc:sldMk cId="480055303" sldId="274"/>
        </pc:sldMkLst>
        <pc:spChg chg="mod">
          <ac:chgData name="Michael Hatzis" userId="S::mhatzis@hawk.illinoistech.edu::f8bf0336-080d-422c-8829-c28026e2c4cb" providerId="AD" clId="Web-{DF29EBDB-8CE6-065A-0905-73411B5CDA1B}" dt="2026-05-06T14:55:10.308" v="83" actId="20577"/>
          <ac:spMkLst>
            <pc:docMk/>
            <pc:sldMk cId="480055303" sldId="274"/>
            <ac:spMk id="3" creationId="{A3C5272F-BD6D-A5E8-F2EA-718F15D6E75F}"/>
          </ac:spMkLst>
        </pc:spChg>
        <pc:picChg chg="add del mod">
          <ac:chgData name="Michael Hatzis" userId="S::mhatzis@hawk.illinoistech.edu::f8bf0336-080d-422c-8829-c28026e2c4cb" providerId="AD" clId="Web-{DF29EBDB-8CE6-065A-0905-73411B5CDA1B}" dt="2026-05-06T14:54:17.370" v="12"/>
          <ac:picMkLst>
            <pc:docMk/>
            <pc:sldMk cId="480055303" sldId="274"/>
            <ac:picMk id="4" creationId="{28A0A054-68F9-8AB4-1A23-01B0481E6D4C}"/>
          </ac:picMkLst>
        </pc:picChg>
        <pc:picChg chg="add mod">
          <ac:chgData name="Michael Hatzis" userId="S::mhatzis@hawk.illinoistech.edu::f8bf0336-080d-422c-8829-c28026e2c4cb" providerId="AD" clId="Web-{DF29EBDB-8CE6-065A-0905-73411B5CDA1B}" dt="2026-05-06T14:52:07.932" v="11" actId="1076"/>
          <ac:picMkLst>
            <pc:docMk/>
            <pc:sldMk cId="480055303" sldId="274"/>
            <ac:picMk id="8" creationId="{3F0F2767-C3D2-5F79-14EE-B7202F0F0B7C}"/>
          </ac:picMkLst>
        </pc:picChg>
        <pc:picChg chg="del">
          <ac:chgData name="Michael Hatzis" userId="S::mhatzis@hawk.illinoistech.edu::f8bf0336-080d-422c-8829-c28026e2c4cb" providerId="AD" clId="Web-{DF29EBDB-8CE6-065A-0905-73411B5CDA1B}" dt="2026-05-06T14:50:45.198" v="1"/>
          <ac:picMkLst>
            <pc:docMk/>
            <pc:sldMk cId="480055303" sldId="274"/>
            <ac:picMk id="10" creationId="{86990E08-2880-92DD-AE6E-9FF994F03238}"/>
          </ac:picMkLst>
        </pc:picChg>
        <pc:picChg chg="del">
          <ac:chgData name="Michael Hatzis" userId="S::mhatzis@hawk.illinoistech.edu::f8bf0336-080d-422c-8829-c28026e2c4cb" providerId="AD" clId="Web-{DF29EBDB-8CE6-065A-0905-73411B5CDA1B}" dt="2026-05-06T14:51:37.495" v="7"/>
          <ac:picMkLst>
            <pc:docMk/>
            <pc:sldMk cId="480055303" sldId="274"/>
            <ac:picMk id="11" creationId="{CBE4FAE3-0922-A3DA-444A-B3716A7AB532}"/>
          </ac:picMkLst>
        </pc:picChg>
        <pc:picChg chg="add mod">
          <ac:chgData name="Michael Hatzis" userId="S::mhatzis@hawk.illinoistech.edu::f8bf0336-080d-422c-8829-c28026e2c4cb" providerId="AD" clId="Web-{DF29EBDB-8CE6-065A-0905-73411B5CDA1B}" dt="2026-05-06T14:54:30.417" v="17" actId="1076"/>
          <ac:picMkLst>
            <pc:docMk/>
            <pc:sldMk cId="480055303" sldId="274"/>
            <ac:picMk id="12" creationId="{7109F8B4-A008-6675-AA97-82954CEBC3D1}"/>
          </ac:picMkLst>
        </pc:picChg>
      </pc:sldChg>
      <pc:sldChg chg="addSp delSp modSp">
        <pc:chgData name="Michael Hatzis" userId="S::mhatzis@hawk.illinoistech.edu::f8bf0336-080d-422c-8829-c28026e2c4cb" providerId="AD" clId="Web-{DF29EBDB-8CE6-065A-0905-73411B5CDA1B}" dt="2026-05-06T15:01:19.347" v="119" actId="20577"/>
        <pc:sldMkLst>
          <pc:docMk/>
          <pc:sldMk cId="306470217" sldId="276"/>
        </pc:sldMkLst>
        <pc:spChg chg="mod">
          <ac:chgData name="Michael Hatzis" userId="S::mhatzis@hawk.illinoistech.edu::f8bf0336-080d-422c-8829-c28026e2c4cb" providerId="AD" clId="Web-{DF29EBDB-8CE6-065A-0905-73411B5CDA1B}" dt="2026-05-06T15:01:19.347" v="119" actId="20577"/>
          <ac:spMkLst>
            <pc:docMk/>
            <pc:sldMk cId="306470217" sldId="276"/>
            <ac:spMk id="9" creationId="{A5BCC9BC-A90F-3075-D23F-EED5558C04BE}"/>
          </ac:spMkLst>
        </pc:spChg>
        <pc:picChg chg="add del mod">
          <ac:chgData name="Michael Hatzis" userId="S::mhatzis@hawk.illinoistech.edu::f8bf0336-080d-422c-8829-c28026e2c4cb" providerId="AD" clId="Web-{DF29EBDB-8CE6-065A-0905-73411B5CDA1B}" dt="2026-05-06T15:00:26.096" v="89"/>
          <ac:picMkLst>
            <pc:docMk/>
            <pc:sldMk cId="306470217" sldId="276"/>
            <ac:picMk id="4" creationId="{3B7D2744-84BA-A2C0-967E-191D5C95A885}"/>
          </ac:picMkLst>
        </pc:picChg>
        <pc:picChg chg="add mod">
          <ac:chgData name="Michael Hatzis" userId="S::mhatzis@hawk.illinoistech.edu::f8bf0336-080d-422c-8829-c28026e2c4cb" providerId="AD" clId="Web-{DF29EBDB-8CE6-065A-0905-73411B5CDA1B}" dt="2026-05-06T15:00:49.503" v="94" actId="1076"/>
          <ac:picMkLst>
            <pc:docMk/>
            <pc:sldMk cId="306470217" sldId="276"/>
            <ac:picMk id="8" creationId="{1731C3E4-68C8-58D9-EE28-FE17D5AD4224}"/>
          </ac:picMkLst>
        </pc:picChg>
        <pc:picChg chg="del">
          <ac:chgData name="Michael Hatzis" userId="S::mhatzis@hawk.illinoistech.edu::f8bf0336-080d-422c-8829-c28026e2c4cb" providerId="AD" clId="Web-{DF29EBDB-8CE6-065A-0905-73411B5CDA1B}" dt="2026-05-06T15:00:14.455" v="84"/>
          <ac:picMkLst>
            <pc:docMk/>
            <pc:sldMk cId="306470217" sldId="276"/>
            <ac:picMk id="11" creationId="{86A26FD6-E97B-57C3-5AB8-C652B28E93F7}"/>
          </ac:picMkLst>
        </pc:picChg>
      </pc:sldChg>
      <pc:sldChg chg="modSp new del">
        <pc:chgData name="Michael Hatzis" userId="S::mhatzis@hawk.illinoistech.edu::f8bf0336-080d-422c-8829-c28026e2c4cb" providerId="AD" clId="Web-{DF29EBDB-8CE6-065A-0905-73411B5CDA1B}" dt="2026-05-06T15:06:03.193" v="227"/>
        <pc:sldMkLst>
          <pc:docMk/>
          <pc:sldMk cId="1202255779" sldId="277"/>
        </pc:sldMkLst>
        <pc:spChg chg="mod">
          <ac:chgData name="Michael Hatzis" userId="S::mhatzis@hawk.illinoistech.edu::f8bf0336-080d-422c-8829-c28026e2c4cb" providerId="AD" clId="Web-{DF29EBDB-8CE6-065A-0905-73411B5CDA1B}" dt="2026-05-06T15:06:00.255" v="226" actId="20577"/>
          <ac:spMkLst>
            <pc:docMk/>
            <pc:sldMk cId="1202255779" sldId="277"/>
            <ac:spMk id="2" creationId="{72B7E2F2-EC0B-DDEF-40F8-37804B8CC8CB}"/>
          </ac:spMkLst>
        </pc:spChg>
      </pc:sldChg>
      <pc:sldChg chg="addSp delSp modSp add replId">
        <pc:chgData name="Michael Hatzis" userId="S::mhatzis@hawk.illinoistech.edu::f8bf0336-080d-422c-8829-c28026e2c4cb" providerId="AD" clId="Web-{DF29EBDB-8CE6-065A-0905-73411B5CDA1B}" dt="2026-05-06T15:08:55.460" v="266" actId="1076"/>
        <pc:sldMkLst>
          <pc:docMk/>
          <pc:sldMk cId="2254922419" sldId="277"/>
        </pc:sldMkLst>
        <pc:spChg chg="mod">
          <ac:chgData name="Michael Hatzis" userId="S::mhatzis@hawk.illinoistech.edu::f8bf0336-080d-422c-8829-c28026e2c4cb" providerId="AD" clId="Web-{DF29EBDB-8CE6-065A-0905-73411B5CDA1B}" dt="2026-05-06T15:06:24.568" v="243" actId="20577"/>
          <ac:spMkLst>
            <pc:docMk/>
            <pc:sldMk cId="2254922419" sldId="277"/>
            <ac:spMk id="2" creationId="{49960271-CAAA-93C6-FF0A-468C3BDDFF2C}"/>
          </ac:spMkLst>
        </pc:spChg>
        <pc:spChg chg="add del">
          <ac:chgData name="Michael Hatzis" userId="S::mhatzis@hawk.illinoistech.edu::f8bf0336-080d-422c-8829-c28026e2c4cb" providerId="AD" clId="Web-{DF29EBDB-8CE6-065A-0905-73411B5CDA1B}" dt="2026-05-06T15:06:59.131" v="255"/>
          <ac:spMkLst>
            <pc:docMk/>
            <pc:sldMk cId="2254922419" sldId="277"/>
            <ac:spMk id="4" creationId="{71D5A6BC-620C-63E4-90D7-E824ADCE1E88}"/>
          </ac:spMkLst>
        </pc:spChg>
        <pc:spChg chg="add del mod">
          <ac:chgData name="Michael Hatzis" userId="S::mhatzis@hawk.illinoistech.edu::f8bf0336-080d-422c-8829-c28026e2c4cb" providerId="AD" clId="Web-{DF29EBDB-8CE6-065A-0905-73411B5CDA1B}" dt="2026-05-06T15:06:42.709" v="247"/>
          <ac:spMkLst>
            <pc:docMk/>
            <pc:sldMk cId="2254922419" sldId="277"/>
            <ac:spMk id="5" creationId="{B9522DC6-78AD-AC63-07E6-A69A5305E54B}"/>
          </ac:spMkLst>
        </pc:spChg>
        <pc:spChg chg="add del mod">
          <ac:chgData name="Michael Hatzis" userId="S::mhatzis@hawk.illinoistech.edu::f8bf0336-080d-422c-8829-c28026e2c4cb" providerId="AD" clId="Web-{DF29EBDB-8CE6-065A-0905-73411B5CDA1B}" dt="2026-05-06T15:06:55.428" v="254"/>
          <ac:spMkLst>
            <pc:docMk/>
            <pc:sldMk cId="2254922419" sldId="277"/>
            <ac:spMk id="7" creationId="{8F747AAE-CB5A-E2E1-BD89-F5E083DEEFC9}"/>
          </ac:spMkLst>
        </pc:spChg>
        <pc:spChg chg="del mod">
          <ac:chgData name="Michael Hatzis" userId="S::mhatzis@hawk.illinoistech.edu::f8bf0336-080d-422c-8829-c28026e2c4cb" providerId="AD" clId="Web-{DF29EBDB-8CE6-065A-0905-73411B5CDA1B}" dt="2026-05-06T15:06:47.537" v="251"/>
          <ac:spMkLst>
            <pc:docMk/>
            <pc:sldMk cId="2254922419" sldId="277"/>
            <ac:spMk id="8" creationId="{694FF1F8-5624-7C35-3B35-90DB856CA773}"/>
          </ac:spMkLst>
        </pc:spChg>
        <pc:spChg chg="add del mod">
          <ac:chgData name="Michael Hatzis" userId="S::mhatzis@hawk.illinoistech.edu::f8bf0336-080d-422c-8829-c28026e2c4cb" providerId="AD" clId="Web-{DF29EBDB-8CE6-065A-0905-73411B5CDA1B}" dt="2026-05-06T15:07:34.319" v="256"/>
          <ac:spMkLst>
            <pc:docMk/>
            <pc:sldMk cId="2254922419" sldId="277"/>
            <ac:spMk id="9" creationId="{0D6D51F8-5153-847B-77AB-F8B52C6D8CBF}"/>
          </ac:spMkLst>
        </pc:spChg>
        <pc:spChg chg="add del mod">
          <ac:chgData name="Michael Hatzis" userId="S::mhatzis@hawk.illinoistech.edu::f8bf0336-080d-422c-8829-c28026e2c4cb" providerId="AD" clId="Web-{DF29EBDB-8CE6-065A-0905-73411B5CDA1B}" dt="2026-05-06T15:08:23.131" v="261"/>
          <ac:spMkLst>
            <pc:docMk/>
            <pc:sldMk cId="2254922419" sldId="277"/>
            <ac:spMk id="12" creationId="{34FCBC2E-7344-16E5-9BE1-DE46D6D303A0}"/>
          </ac:spMkLst>
        </pc:spChg>
        <pc:picChg chg="add del mod ord">
          <ac:chgData name="Michael Hatzis" userId="S::mhatzis@hawk.illinoistech.edu::f8bf0336-080d-422c-8829-c28026e2c4cb" providerId="AD" clId="Web-{DF29EBDB-8CE6-065A-0905-73411B5CDA1B}" dt="2026-05-06T15:08:19.647" v="260"/>
          <ac:picMkLst>
            <pc:docMk/>
            <pc:sldMk cId="2254922419" sldId="277"/>
            <ac:picMk id="10" creationId="{1EE43997-9750-28B5-BC2E-5C5DCB83B365}"/>
          </ac:picMkLst>
        </pc:picChg>
        <pc:picChg chg="add mod ord">
          <ac:chgData name="Michael Hatzis" userId="S::mhatzis@hawk.illinoistech.edu::f8bf0336-080d-422c-8829-c28026e2c4cb" providerId="AD" clId="Web-{DF29EBDB-8CE6-065A-0905-73411B5CDA1B}" dt="2026-05-06T15:08:26.444" v="263" actId="14100"/>
          <ac:picMkLst>
            <pc:docMk/>
            <pc:sldMk cId="2254922419" sldId="277"/>
            <ac:picMk id="13" creationId="{ED9BB201-62AA-BC4E-12DF-FCFB8F6F8725}"/>
          </ac:picMkLst>
        </pc:picChg>
        <pc:picChg chg="add mod">
          <ac:chgData name="Michael Hatzis" userId="S::mhatzis@hawk.illinoistech.edu::f8bf0336-080d-422c-8829-c28026e2c4cb" providerId="AD" clId="Web-{DF29EBDB-8CE6-065A-0905-73411B5CDA1B}" dt="2026-05-06T15:08:55.460" v="266" actId="1076"/>
          <ac:picMkLst>
            <pc:docMk/>
            <pc:sldMk cId="2254922419" sldId="277"/>
            <ac:picMk id="14" creationId="{744AE709-992E-B6E5-A016-17116BC7E621}"/>
          </ac:picMkLst>
        </pc:picChg>
      </pc:sldChg>
    </pc:docChg>
  </pc:docChgLst>
  <pc:docChgLst>
    <pc:chgData name="Michael Hatzis" userId="S::mhatzis@hawk.illinoistech.edu::f8bf0336-080d-422c-8829-c28026e2c4cb" providerId="AD" clId="Web-{296794AD-56F2-22CD-8FDC-A364320DC851}"/>
    <pc:docChg chg="addSld delSld modSld sldOrd">
      <pc:chgData name="Michael Hatzis" userId="S::mhatzis@hawk.illinoistech.edu::f8bf0336-080d-422c-8829-c28026e2c4cb" providerId="AD" clId="Web-{296794AD-56F2-22CD-8FDC-A364320DC851}" dt="2026-05-06T19:25:01.971" v="1334" actId="20577"/>
      <pc:docMkLst>
        <pc:docMk/>
      </pc:docMkLst>
      <pc:sldChg chg="modSp">
        <pc:chgData name="Michael Hatzis" userId="S::mhatzis@hawk.illinoistech.edu::f8bf0336-080d-422c-8829-c28026e2c4cb" providerId="AD" clId="Web-{296794AD-56F2-22CD-8FDC-A364320DC851}" dt="2026-05-06T19:11:18.182" v="1099" actId="20577"/>
        <pc:sldMkLst>
          <pc:docMk/>
          <pc:sldMk cId="212098555" sldId="258"/>
        </pc:sldMkLst>
        <pc:spChg chg="mod">
          <ac:chgData name="Michael Hatzis" userId="S::mhatzis@hawk.illinoistech.edu::f8bf0336-080d-422c-8829-c28026e2c4cb" providerId="AD" clId="Web-{296794AD-56F2-22CD-8FDC-A364320DC851}" dt="2026-05-06T19:11:18.182" v="1099" actId="20577"/>
          <ac:spMkLst>
            <pc:docMk/>
            <pc:sldMk cId="212098555" sldId="258"/>
            <ac:spMk id="3" creationId="{C0123813-6FA2-CCBA-ED33-DE650D55295E}"/>
          </ac:spMkLst>
        </pc:spChg>
      </pc:sldChg>
      <pc:sldChg chg="modSp">
        <pc:chgData name="Michael Hatzis" userId="S::mhatzis@hawk.illinoistech.edu::f8bf0336-080d-422c-8829-c28026e2c4cb" providerId="AD" clId="Web-{296794AD-56F2-22CD-8FDC-A364320DC851}" dt="2026-05-06T19:10:37.635" v="1096" actId="20577"/>
        <pc:sldMkLst>
          <pc:docMk/>
          <pc:sldMk cId="4232321948" sldId="259"/>
        </pc:sldMkLst>
        <pc:spChg chg="mod">
          <ac:chgData name="Michael Hatzis" userId="S::mhatzis@hawk.illinoistech.edu::f8bf0336-080d-422c-8829-c28026e2c4cb" providerId="AD" clId="Web-{296794AD-56F2-22CD-8FDC-A364320DC851}" dt="2026-05-06T19:10:37.635" v="1096" actId="20577"/>
          <ac:spMkLst>
            <pc:docMk/>
            <pc:sldMk cId="4232321948" sldId="259"/>
            <ac:spMk id="3" creationId="{F4839546-1FF6-C3D5-999A-30D3EA0F93D4}"/>
          </ac:spMkLst>
        </pc:spChg>
      </pc:sldChg>
      <pc:sldChg chg="modSp">
        <pc:chgData name="Michael Hatzis" userId="S::mhatzis@hawk.illinoistech.edu::f8bf0336-080d-422c-8829-c28026e2c4cb" providerId="AD" clId="Web-{296794AD-56F2-22CD-8FDC-A364320DC851}" dt="2026-05-06T15:18:05.354" v="131" actId="20577"/>
        <pc:sldMkLst>
          <pc:docMk/>
          <pc:sldMk cId="1183680456" sldId="260"/>
        </pc:sldMkLst>
        <pc:spChg chg="mod">
          <ac:chgData name="Michael Hatzis" userId="S::mhatzis@hawk.illinoistech.edu::f8bf0336-080d-422c-8829-c28026e2c4cb" providerId="AD" clId="Web-{296794AD-56F2-22CD-8FDC-A364320DC851}" dt="2026-05-06T15:18:05.354" v="131" actId="20577"/>
          <ac:spMkLst>
            <pc:docMk/>
            <pc:sldMk cId="1183680456" sldId="260"/>
            <ac:spMk id="4" creationId="{449BBE02-BF1B-31C7-9586-AC511CECFA2A}"/>
          </ac:spMkLst>
        </pc:spChg>
      </pc:sldChg>
      <pc:sldChg chg="modSp">
        <pc:chgData name="Michael Hatzis" userId="S::mhatzis@hawk.illinoistech.edu::f8bf0336-080d-422c-8829-c28026e2c4cb" providerId="AD" clId="Web-{296794AD-56F2-22CD-8FDC-A364320DC851}" dt="2026-05-06T18:26:46.162" v="769" actId="20577"/>
        <pc:sldMkLst>
          <pc:docMk/>
          <pc:sldMk cId="3202659961" sldId="262"/>
        </pc:sldMkLst>
        <pc:spChg chg="mod">
          <ac:chgData name="Michael Hatzis" userId="S::mhatzis@hawk.illinoistech.edu::f8bf0336-080d-422c-8829-c28026e2c4cb" providerId="AD" clId="Web-{296794AD-56F2-22CD-8FDC-A364320DC851}" dt="2026-05-06T18:26:46.162" v="769" actId="20577"/>
          <ac:spMkLst>
            <pc:docMk/>
            <pc:sldMk cId="3202659961" sldId="262"/>
            <ac:spMk id="10" creationId="{1BB6AB6D-2D47-8DEB-45DE-BD9A0C33F8AD}"/>
          </ac:spMkLst>
        </pc:spChg>
      </pc:sldChg>
      <pc:sldChg chg="modSp">
        <pc:chgData name="Michael Hatzis" userId="S::mhatzis@hawk.illinoistech.edu::f8bf0336-080d-422c-8829-c28026e2c4cb" providerId="AD" clId="Web-{296794AD-56F2-22CD-8FDC-A364320DC851}" dt="2026-05-06T18:56:26.487" v="913" actId="20577"/>
        <pc:sldMkLst>
          <pc:docMk/>
          <pc:sldMk cId="659292699" sldId="266"/>
        </pc:sldMkLst>
        <pc:spChg chg="mod">
          <ac:chgData name="Michael Hatzis" userId="S::mhatzis@hawk.illinoistech.edu::f8bf0336-080d-422c-8829-c28026e2c4cb" providerId="AD" clId="Web-{296794AD-56F2-22CD-8FDC-A364320DC851}" dt="2026-05-06T18:56:26.487" v="913" actId="20577"/>
          <ac:spMkLst>
            <pc:docMk/>
            <pc:sldMk cId="659292699" sldId="266"/>
            <ac:spMk id="3" creationId="{1658A5DA-2656-7982-EF66-9139C0580A9F}"/>
          </ac:spMkLst>
        </pc:spChg>
      </pc:sldChg>
      <pc:sldChg chg="modSp">
        <pc:chgData name="Michael Hatzis" userId="S::mhatzis@hawk.illinoistech.edu::f8bf0336-080d-422c-8829-c28026e2c4cb" providerId="AD" clId="Web-{296794AD-56F2-22CD-8FDC-A364320DC851}" dt="2026-05-06T18:49:57.449" v="868" actId="1076"/>
        <pc:sldMkLst>
          <pc:docMk/>
          <pc:sldMk cId="1744672613" sldId="267"/>
        </pc:sldMkLst>
        <pc:picChg chg="mod">
          <ac:chgData name="Michael Hatzis" userId="S::mhatzis@hawk.illinoistech.edu::f8bf0336-080d-422c-8829-c28026e2c4cb" providerId="AD" clId="Web-{296794AD-56F2-22CD-8FDC-A364320DC851}" dt="2026-05-06T18:49:57.449" v="868" actId="1076"/>
          <ac:picMkLst>
            <pc:docMk/>
            <pc:sldMk cId="1744672613" sldId="267"/>
            <ac:picMk id="10" creationId="{C78FB09E-3517-40D4-513E-D158A4D29F5B}"/>
          </ac:picMkLst>
        </pc:picChg>
      </pc:sldChg>
      <pc:sldChg chg="modSp">
        <pc:chgData name="Michael Hatzis" userId="S::mhatzis@hawk.illinoistech.edu::f8bf0336-080d-422c-8829-c28026e2c4cb" providerId="AD" clId="Web-{296794AD-56F2-22CD-8FDC-A364320DC851}" dt="2026-05-06T19:20:47.855" v="1171" actId="20577"/>
        <pc:sldMkLst>
          <pc:docMk/>
          <pc:sldMk cId="3928670690" sldId="268"/>
        </pc:sldMkLst>
        <pc:spChg chg="mod">
          <ac:chgData name="Michael Hatzis" userId="S::mhatzis@hawk.illinoistech.edu::f8bf0336-080d-422c-8829-c28026e2c4cb" providerId="AD" clId="Web-{296794AD-56F2-22CD-8FDC-A364320DC851}" dt="2026-05-06T19:20:47.855" v="1171" actId="20577"/>
          <ac:spMkLst>
            <pc:docMk/>
            <pc:sldMk cId="3928670690" sldId="268"/>
            <ac:spMk id="3" creationId="{606F6471-98E9-8292-306B-FBDFEC7CD128}"/>
          </ac:spMkLst>
        </pc:spChg>
      </pc:sldChg>
      <pc:sldChg chg="addSp delSp modSp">
        <pc:chgData name="Michael Hatzis" userId="S::mhatzis@hawk.illinoistech.edu::f8bf0336-080d-422c-8829-c28026e2c4cb" providerId="AD" clId="Web-{296794AD-56F2-22CD-8FDC-A364320DC851}" dt="2026-05-06T19:20:39.495" v="1165" actId="14100"/>
        <pc:sldMkLst>
          <pc:docMk/>
          <pc:sldMk cId="3580487381" sldId="271"/>
        </pc:sldMkLst>
        <pc:spChg chg="mod">
          <ac:chgData name="Michael Hatzis" userId="S::mhatzis@hawk.illinoistech.edu::f8bf0336-080d-422c-8829-c28026e2c4cb" providerId="AD" clId="Web-{296794AD-56F2-22CD-8FDC-A364320DC851}" dt="2026-05-06T18:51:35.716" v="899" actId="1076"/>
          <ac:spMkLst>
            <pc:docMk/>
            <pc:sldMk cId="3580487381" sldId="271"/>
            <ac:spMk id="3" creationId="{2F72730A-EEF2-5B7C-5386-0126FA342239}"/>
          </ac:spMkLst>
        </pc:spChg>
        <pc:spChg chg="mod">
          <ac:chgData name="Michael Hatzis" userId="S::mhatzis@hawk.illinoistech.edu::f8bf0336-080d-422c-8829-c28026e2c4cb" providerId="AD" clId="Web-{296794AD-56F2-22CD-8FDC-A364320DC851}" dt="2026-05-06T18:51:37.857" v="900" actId="1076"/>
          <ac:spMkLst>
            <pc:docMk/>
            <pc:sldMk cId="3580487381" sldId="271"/>
            <ac:spMk id="10" creationId="{1739F195-C064-DBCE-72B9-7CD0E733C6D7}"/>
          </ac:spMkLst>
        </pc:spChg>
        <pc:picChg chg="add del mod">
          <ac:chgData name="Michael Hatzis" userId="S::mhatzis@hawk.illinoistech.edu::f8bf0336-080d-422c-8829-c28026e2c4cb" providerId="AD" clId="Web-{296794AD-56F2-22CD-8FDC-A364320DC851}" dt="2026-05-06T18:50:56.216" v="889"/>
          <ac:picMkLst>
            <pc:docMk/>
            <pc:sldMk cId="3580487381" sldId="271"/>
            <ac:picMk id="4" creationId="{2EDA5620-D3C1-287D-C493-E0A2A36A31F7}"/>
          </ac:picMkLst>
        </pc:picChg>
        <pc:picChg chg="del">
          <ac:chgData name="Michael Hatzis" userId="S::mhatzis@hawk.illinoistech.edu::f8bf0336-080d-422c-8829-c28026e2c4cb" providerId="AD" clId="Web-{296794AD-56F2-22CD-8FDC-A364320DC851}" dt="2026-05-06T15:47:29.875" v="245"/>
          <ac:picMkLst>
            <pc:docMk/>
            <pc:sldMk cId="3580487381" sldId="271"/>
            <ac:picMk id="4" creationId="{D1F80631-527F-2049-2E59-84FCE08A59B6}"/>
          </ac:picMkLst>
        </pc:picChg>
        <pc:picChg chg="mod">
          <ac:chgData name="Michael Hatzis" userId="S::mhatzis@hawk.illinoistech.edu::f8bf0336-080d-422c-8829-c28026e2c4cb" providerId="AD" clId="Web-{296794AD-56F2-22CD-8FDC-A364320DC851}" dt="2026-05-06T18:51:15.029" v="897" actId="1076"/>
          <ac:picMkLst>
            <pc:docMk/>
            <pc:sldMk cId="3580487381" sldId="271"/>
            <ac:picMk id="8" creationId="{3814E8AF-4239-E489-F5C0-BC39F09DC593}"/>
          </ac:picMkLst>
        </pc:picChg>
        <pc:picChg chg="add del mod">
          <ac:chgData name="Michael Hatzis" userId="S::mhatzis@hawk.illinoistech.edu::f8bf0336-080d-422c-8829-c28026e2c4cb" providerId="AD" clId="Web-{296794AD-56F2-22CD-8FDC-A364320DC851}" dt="2026-05-06T19:20:09.666" v="1159"/>
          <ac:picMkLst>
            <pc:docMk/>
            <pc:sldMk cId="3580487381" sldId="271"/>
            <ac:picMk id="9" creationId="{B518BBCF-1ED4-C868-28D5-0F470D92DF9F}"/>
          </ac:picMkLst>
        </pc:picChg>
        <pc:picChg chg="add mod">
          <ac:chgData name="Michael Hatzis" userId="S::mhatzis@hawk.illinoistech.edu::f8bf0336-080d-422c-8829-c28026e2c4cb" providerId="AD" clId="Web-{296794AD-56F2-22CD-8FDC-A364320DC851}" dt="2026-05-06T19:20:39.495" v="1165" actId="14100"/>
          <ac:picMkLst>
            <pc:docMk/>
            <pc:sldMk cId="3580487381" sldId="271"/>
            <ac:picMk id="11" creationId="{67A651E9-40A0-99EB-0365-F0918A065EF7}"/>
          </ac:picMkLst>
        </pc:picChg>
      </pc:sldChg>
      <pc:sldChg chg="addSp delSp modSp">
        <pc:chgData name="Michael Hatzis" userId="S::mhatzis@hawk.illinoistech.edu::f8bf0336-080d-422c-8829-c28026e2c4cb" providerId="AD" clId="Web-{296794AD-56F2-22CD-8FDC-A364320DC851}" dt="2026-05-06T19:19:14.227" v="1145" actId="20577"/>
        <pc:sldMkLst>
          <pc:docMk/>
          <pc:sldMk cId="480055303" sldId="274"/>
        </pc:sldMkLst>
        <pc:spChg chg="mod">
          <ac:chgData name="Michael Hatzis" userId="S::mhatzis@hawk.illinoistech.edu::f8bf0336-080d-422c-8829-c28026e2c4cb" providerId="AD" clId="Web-{296794AD-56F2-22CD-8FDC-A364320DC851}" dt="2026-05-06T15:49:55.830" v="270" actId="20577"/>
          <ac:spMkLst>
            <pc:docMk/>
            <pc:sldMk cId="480055303" sldId="274"/>
            <ac:spMk id="3" creationId="{A3C5272F-BD6D-A5E8-F2EA-718F15D6E75F}"/>
          </ac:spMkLst>
        </pc:spChg>
        <pc:spChg chg="mod">
          <ac:chgData name="Michael Hatzis" userId="S::mhatzis@hawk.illinoistech.edu::f8bf0336-080d-422c-8829-c28026e2c4cb" providerId="AD" clId="Web-{296794AD-56F2-22CD-8FDC-A364320DC851}" dt="2026-05-06T19:19:14.227" v="1145" actId="20577"/>
          <ac:spMkLst>
            <pc:docMk/>
            <pc:sldMk cId="480055303" sldId="274"/>
            <ac:spMk id="9" creationId="{72A20DEB-550D-1937-6856-A9783EF795D7}"/>
          </ac:spMkLst>
        </pc:spChg>
        <pc:picChg chg="add del mod">
          <ac:chgData name="Michael Hatzis" userId="S::mhatzis@hawk.illinoistech.edu::f8bf0336-080d-422c-8829-c28026e2c4cb" providerId="AD" clId="Web-{296794AD-56F2-22CD-8FDC-A364320DC851}" dt="2026-05-06T15:49:20.814" v="260"/>
          <ac:picMkLst>
            <pc:docMk/>
            <pc:sldMk cId="480055303" sldId="274"/>
            <ac:picMk id="4" creationId="{ADB3BA32-88A1-CFD8-2324-35F584259161}"/>
          </ac:picMkLst>
        </pc:picChg>
        <pc:picChg chg="add mod">
          <ac:chgData name="Michael Hatzis" userId="S::mhatzis@hawk.illinoistech.edu::f8bf0336-080d-422c-8829-c28026e2c4cb" providerId="AD" clId="Web-{296794AD-56F2-22CD-8FDC-A364320DC851}" dt="2026-05-06T19:18:33.303" v="1131" actId="1076"/>
          <ac:picMkLst>
            <pc:docMk/>
            <pc:sldMk cId="480055303" sldId="274"/>
            <ac:picMk id="4" creationId="{CD321A71-CD6D-E31B-1FAE-A6FBDB0446F4}"/>
          </ac:picMkLst>
        </pc:picChg>
        <pc:picChg chg="del">
          <ac:chgData name="Michael Hatzis" userId="S::mhatzis@hawk.illinoistech.edu::f8bf0336-080d-422c-8829-c28026e2c4cb" providerId="AD" clId="Web-{296794AD-56F2-22CD-8FDC-A364320DC851}" dt="2026-05-06T15:49:33.033" v="264"/>
          <ac:picMkLst>
            <pc:docMk/>
            <pc:sldMk cId="480055303" sldId="274"/>
            <ac:picMk id="8" creationId="{3F0F2767-C3D2-5F79-14EE-B7202F0F0B7C}"/>
          </ac:picMkLst>
        </pc:picChg>
        <pc:picChg chg="add mod">
          <ac:chgData name="Michael Hatzis" userId="S::mhatzis@hawk.illinoistech.edu::f8bf0336-080d-422c-8829-c28026e2c4cb" providerId="AD" clId="Web-{296794AD-56F2-22CD-8FDC-A364320DC851}" dt="2026-05-06T19:18:59.507" v="1137" actId="1076"/>
          <ac:picMkLst>
            <pc:docMk/>
            <pc:sldMk cId="480055303" sldId="274"/>
            <ac:picMk id="8" creationId="{C17C0D48-6E9C-C278-77CD-47C159ED65D2}"/>
          </ac:picMkLst>
        </pc:picChg>
        <pc:picChg chg="add del mod">
          <ac:chgData name="Michael Hatzis" userId="S::mhatzis@hawk.illinoistech.edu::f8bf0336-080d-422c-8829-c28026e2c4cb" providerId="AD" clId="Web-{296794AD-56F2-22CD-8FDC-A364320DC851}" dt="2026-05-06T19:18:07.520" v="1123"/>
          <ac:picMkLst>
            <pc:docMk/>
            <pc:sldMk cId="480055303" sldId="274"/>
            <ac:picMk id="10" creationId="{8543A539-26BE-C881-FBA4-851E9EC6F9F7}"/>
          </ac:picMkLst>
        </pc:picChg>
        <pc:picChg chg="add del mod">
          <ac:chgData name="Michael Hatzis" userId="S::mhatzis@hawk.illinoistech.edu::f8bf0336-080d-422c-8829-c28026e2c4cb" providerId="AD" clId="Web-{296794AD-56F2-22CD-8FDC-A364320DC851}" dt="2026-05-06T19:18:10.598" v="1124"/>
          <ac:picMkLst>
            <pc:docMk/>
            <pc:sldMk cId="480055303" sldId="274"/>
            <ac:picMk id="11" creationId="{0937A7CC-D320-93F4-D1C1-189CC18B47F0}"/>
          </ac:picMkLst>
        </pc:picChg>
        <pc:picChg chg="del">
          <ac:chgData name="Michael Hatzis" userId="S::mhatzis@hawk.illinoistech.edu::f8bf0336-080d-422c-8829-c28026e2c4cb" providerId="AD" clId="Web-{296794AD-56F2-22CD-8FDC-A364320DC851}" dt="2026-05-06T15:21:51.513" v="159"/>
          <ac:picMkLst>
            <pc:docMk/>
            <pc:sldMk cId="480055303" sldId="274"/>
            <ac:picMk id="12" creationId="{7109F8B4-A008-6675-AA97-82954CEBC3D1}"/>
          </ac:picMkLst>
        </pc:picChg>
      </pc:sldChg>
      <pc:sldChg chg="modSp ord">
        <pc:chgData name="Michael Hatzis" userId="S::mhatzis@hawk.illinoistech.edu::f8bf0336-080d-422c-8829-c28026e2c4cb" providerId="AD" clId="Web-{296794AD-56F2-22CD-8FDC-A364320DC851}" dt="2026-05-06T19:25:01.971" v="1334" actId="20577"/>
        <pc:sldMkLst>
          <pc:docMk/>
          <pc:sldMk cId="838980652" sldId="275"/>
        </pc:sldMkLst>
        <pc:spChg chg="mod">
          <ac:chgData name="Michael Hatzis" userId="S::mhatzis@hawk.illinoistech.edu::f8bf0336-080d-422c-8829-c28026e2c4cb" providerId="AD" clId="Web-{296794AD-56F2-22CD-8FDC-A364320DC851}" dt="2026-05-06T19:25:01.971" v="1334" actId="20577"/>
          <ac:spMkLst>
            <pc:docMk/>
            <pc:sldMk cId="838980652" sldId="275"/>
            <ac:spMk id="3" creationId="{02DF9B97-C161-40AE-B09C-03DE79A0CF63}"/>
          </ac:spMkLst>
        </pc:spChg>
      </pc:sldChg>
      <pc:sldChg chg="addSp delSp modSp">
        <pc:chgData name="Michael Hatzis" userId="S::mhatzis@hawk.illinoistech.edu::f8bf0336-080d-422c-8829-c28026e2c4cb" providerId="AD" clId="Web-{296794AD-56F2-22CD-8FDC-A364320DC851}" dt="2026-05-06T19:20:04.541" v="1158" actId="20577"/>
        <pc:sldMkLst>
          <pc:docMk/>
          <pc:sldMk cId="306470217" sldId="276"/>
        </pc:sldMkLst>
        <pc:spChg chg="mod">
          <ac:chgData name="Michael Hatzis" userId="S::mhatzis@hawk.illinoistech.edu::f8bf0336-080d-422c-8829-c28026e2c4cb" providerId="AD" clId="Web-{296794AD-56F2-22CD-8FDC-A364320DC851}" dt="2026-05-06T19:20:04.541" v="1158" actId="20577"/>
          <ac:spMkLst>
            <pc:docMk/>
            <pc:sldMk cId="306470217" sldId="276"/>
            <ac:spMk id="9" creationId="{A5BCC9BC-A90F-3075-D23F-EED5558C04BE}"/>
          </ac:spMkLst>
        </pc:spChg>
        <pc:picChg chg="add del mod">
          <ac:chgData name="Michael Hatzis" userId="S::mhatzis@hawk.illinoistech.edu::f8bf0336-080d-422c-8829-c28026e2c4cb" providerId="AD" clId="Web-{296794AD-56F2-22CD-8FDC-A364320DC851}" dt="2026-05-06T19:16:56.469" v="1106"/>
          <ac:picMkLst>
            <pc:docMk/>
            <pc:sldMk cId="306470217" sldId="276"/>
            <ac:picMk id="4" creationId="{DA920E54-1CEC-1FD9-44E9-D62E3BB342F8}"/>
          </ac:picMkLst>
        </pc:picChg>
        <pc:picChg chg="add del mod">
          <ac:chgData name="Michael Hatzis" userId="S::mhatzis@hawk.illinoistech.edu::f8bf0336-080d-422c-8829-c28026e2c4cb" providerId="AD" clId="Web-{296794AD-56F2-22CD-8FDC-A364320DC851}" dt="2026-05-06T15:48:42.298" v="251"/>
          <ac:picMkLst>
            <pc:docMk/>
            <pc:sldMk cId="306470217" sldId="276"/>
            <ac:picMk id="4" creationId="{F68E41A3-B3DF-4DFB-E9B6-F7FBEDF89E30}"/>
          </ac:picMkLst>
        </pc:picChg>
        <pc:picChg chg="del mod">
          <ac:chgData name="Michael Hatzis" userId="S::mhatzis@hawk.illinoistech.edu::f8bf0336-080d-422c-8829-c28026e2c4cb" providerId="AD" clId="Web-{296794AD-56F2-22CD-8FDC-A364320DC851}" dt="2026-05-06T15:48:54.814" v="256"/>
          <ac:picMkLst>
            <pc:docMk/>
            <pc:sldMk cId="306470217" sldId="276"/>
            <ac:picMk id="8" creationId="{1731C3E4-68C8-58D9-EE28-FE17D5AD4224}"/>
          </ac:picMkLst>
        </pc:picChg>
        <pc:picChg chg="add del mod">
          <ac:chgData name="Michael Hatzis" userId="S::mhatzis@hawk.illinoistech.edu::f8bf0336-080d-422c-8829-c28026e2c4cb" providerId="AD" clId="Web-{296794AD-56F2-22CD-8FDC-A364320DC851}" dt="2026-05-06T19:17:07.501" v="1111"/>
          <ac:picMkLst>
            <pc:docMk/>
            <pc:sldMk cId="306470217" sldId="276"/>
            <ac:picMk id="8" creationId="{2C575E6E-E646-6856-0413-D5CA22D7F9A4}"/>
          </ac:picMkLst>
        </pc:picChg>
        <pc:picChg chg="add del mod">
          <ac:chgData name="Michael Hatzis" userId="S::mhatzis@hawk.illinoistech.edu::f8bf0336-080d-422c-8829-c28026e2c4cb" providerId="AD" clId="Web-{296794AD-56F2-22CD-8FDC-A364320DC851}" dt="2026-05-06T19:15:37.370" v="1101"/>
          <ac:picMkLst>
            <pc:docMk/>
            <pc:sldMk cId="306470217" sldId="276"/>
            <ac:picMk id="10" creationId="{7917AB42-9DCA-B735-DDAE-586361E4CCDD}"/>
          </ac:picMkLst>
        </pc:picChg>
        <pc:picChg chg="del">
          <ac:chgData name="Michael Hatzis" userId="S::mhatzis@hawk.illinoistech.edu::f8bf0336-080d-422c-8829-c28026e2c4cb" providerId="AD" clId="Web-{296794AD-56F2-22CD-8FDC-A364320DC851}" dt="2026-05-06T15:20:40.278" v="152"/>
          <ac:picMkLst>
            <pc:docMk/>
            <pc:sldMk cId="306470217" sldId="276"/>
            <ac:picMk id="10" creationId="{F8188D79-C089-C6C2-A64F-3CB4FE430985}"/>
          </ac:picMkLst>
        </pc:picChg>
        <pc:picChg chg="add del mod">
          <ac:chgData name="Michael Hatzis" userId="S::mhatzis@hawk.illinoistech.edu::f8bf0336-080d-422c-8829-c28026e2c4cb" providerId="AD" clId="Web-{296794AD-56F2-22CD-8FDC-A364320DC851}" dt="2026-05-06T19:17:04.407" v="1110"/>
          <ac:picMkLst>
            <pc:docMk/>
            <pc:sldMk cId="306470217" sldId="276"/>
            <ac:picMk id="11" creationId="{A4AA7315-5248-7354-CC57-EAEF3582C5E3}"/>
          </ac:picMkLst>
        </pc:picChg>
        <pc:picChg chg="add mod">
          <ac:chgData name="Michael Hatzis" userId="S::mhatzis@hawk.illinoistech.edu::f8bf0336-080d-422c-8829-c28026e2c4cb" providerId="AD" clId="Web-{296794AD-56F2-22CD-8FDC-A364320DC851}" dt="2026-05-06T19:17:59.926" v="1122" actId="14100"/>
          <ac:picMkLst>
            <pc:docMk/>
            <pc:sldMk cId="306470217" sldId="276"/>
            <ac:picMk id="12" creationId="{26EA9185-7C51-C8D4-0BFD-4EDCB12B8F54}"/>
          </ac:picMkLst>
        </pc:picChg>
        <pc:picChg chg="add mod">
          <ac:chgData name="Michael Hatzis" userId="S::mhatzis@hawk.illinoistech.edu::f8bf0336-080d-422c-8829-c28026e2c4cb" providerId="AD" clId="Web-{296794AD-56F2-22CD-8FDC-A364320DC851}" dt="2026-05-06T19:17:53.519" v="1120" actId="1076"/>
          <ac:picMkLst>
            <pc:docMk/>
            <pc:sldMk cId="306470217" sldId="276"/>
            <ac:picMk id="13" creationId="{FEDB7D17-8C7E-262E-19A3-B56418B354C5}"/>
          </ac:picMkLst>
        </pc:picChg>
      </pc:sldChg>
      <pc:sldChg chg="addSp delSp modSp">
        <pc:chgData name="Michael Hatzis" userId="S::mhatzis@hawk.illinoistech.edu::f8bf0336-080d-422c-8829-c28026e2c4cb" providerId="AD" clId="Web-{296794AD-56F2-22CD-8FDC-A364320DC851}" dt="2026-05-06T18:27:28.053" v="774" actId="1076"/>
        <pc:sldMkLst>
          <pc:docMk/>
          <pc:sldMk cId="2254922419" sldId="277"/>
        </pc:sldMkLst>
        <pc:spChg chg="add del mod">
          <ac:chgData name="Michael Hatzis" userId="S::mhatzis@hawk.illinoistech.edu::f8bf0336-080d-422c-8829-c28026e2c4cb" providerId="AD" clId="Web-{296794AD-56F2-22CD-8FDC-A364320DC851}" dt="2026-05-06T15:14:48.133" v="28"/>
          <ac:spMkLst>
            <pc:docMk/>
            <pc:sldMk cId="2254922419" sldId="277"/>
            <ac:spMk id="4" creationId="{FDD595EC-D856-3A36-940F-8B55510F098F}"/>
          </ac:spMkLst>
        </pc:spChg>
        <pc:spChg chg="add mod">
          <ac:chgData name="Michael Hatzis" userId="S::mhatzis@hawk.illinoistech.edu::f8bf0336-080d-422c-8829-c28026e2c4cb" providerId="AD" clId="Web-{296794AD-56F2-22CD-8FDC-A364320DC851}" dt="2026-05-06T15:23:06.857" v="169" actId="1076"/>
          <ac:spMkLst>
            <pc:docMk/>
            <pc:sldMk cId="2254922419" sldId="277"/>
            <ac:spMk id="5" creationId="{CEE4A845-6492-60A9-F984-50EF8CC87D5D}"/>
          </ac:spMkLst>
        </pc:spChg>
        <pc:spChg chg="add mod">
          <ac:chgData name="Michael Hatzis" userId="S::mhatzis@hawk.illinoistech.edu::f8bf0336-080d-422c-8829-c28026e2c4cb" providerId="AD" clId="Web-{296794AD-56F2-22CD-8FDC-A364320DC851}" dt="2026-05-06T15:23:09.420" v="170" actId="1076"/>
          <ac:spMkLst>
            <pc:docMk/>
            <pc:sldMk cId="2254922419" sldId="277"/>
            <ac:spMk id="6" creationId="{AA4AEDF5-B770-BB09-1A0D-99203C807324}"/>
          </ac:spMkLst>
        </pc:spChg>
        <pc:spChg chg="add mod">
          <ac:chgData name="Michael Hatzis" userId="S::mhatzis@hawk.illinoistech.edu::f8bf0336-080d-422c-8829-c28026e2c4cb" providerId="AD" clId="Web-{296794AD-56F2-22CD-8FDC-A364320DC851}" dt="2026-05-06T15:23:11.701" v="171" actId="1076"/>
          <ac:spMkLst>
            <pc:docMk/>
            <pc:sldMk cId="2254922419" sldId="277"/>
            <ac:spMk id="7" creationId="{E42A0E8D-8A82-9B36-A125-BD6C07D31F4C}"/>
          </ac:spMkLst>
        </pc:spChg>
        <pc:spChg chg="add mod">
          <ac:chgData name="Michael Hatzis" userId="S::mhatzis@hawk.illinoistech.edu::f8bf0336-080d-422c-8829-c28026e2c4cb" providerId="AD" clId="Web-{296794AD-56F2-22CD-8FDC-A364320DC851}" dt="2026-05-06T15:24:54.717" v="232" actId="1076"/>
          <ac:spMkLst>
            <pc:docMk/>
            <pc:sldMk cId="2254922419" sldId="277"/>
            <ac:spMk id="8" creationId="{A91C6FB7-CA45-7348-398D-25816CDCFD32}"/>
          </ac:spMkLst>
        </pc:spChg>
        <pc:spChg chg="add mod">
          <ac:chgData name="Michael Hatzis" userId="S::mhatzis@hawk.illinoistech.edu::f8bf0336-080d-422c-8829-c28026e2c4cb" providerId="AD" clId="Web-{296794AD-56F2-22CD-8FDC-A364320DC851}" dt="2026-05-06T15:24:31.764" v="229" actId="20577"/>
          <ac:spMkLst>
            <pc:docMk/>
            <pc:sldMk cId="2254922419" sldId="277"/>
            <ac:spMk id="9" creationId="{AA0E18EA-0FAF-ADB1-0F9E-C978E63AC9E0}"/>
          </ac:spMkLst>
        </pc:spChg>
        <pc:spChg chg="add mod">
          <ac:chgData name="Michael Hatzis" userId="S::mhatzis@hawk.illinoistech.edu::f8bf0336-080d-422c-8829-c28026e2c4cb" providerId="AD" clId="Web-{296794AD-56F2-22CD-8FDC-A364320DC851}" dt="2026-05-06T18:27:17.803" v="771" actId="1076"/>
          <ac:spMkLst>
            <pc:docMk/>
            <pc:sldMk cId="2254922419" sldId="277"/>
            <ac:spMk id="10" creationId="{56BB4913-D02A-D832-2BBF-50E009617FED}"/>
          </ac:spMkLst>
        </pc:spChg>
        <pc:picChg chg="add mod">
          <ac:chgData name="Michael Hatzis" userId="S::mhatzis@hawk.illinoistech.edu::f8bf0336-080d-422c-8829-c28026e2c4cb" providerId="AD" clId="Web-{296794AD-56F2-22CD-8FDC-A364320DC851}" dt="2026-05-06T15:23:22.639" v="176" actId="1076"/>
          <ac:picMkLst>
            <pc:docMk/>
            <pc:sldMk cId="2254922419" sldId="277"/>
            <ac:picMk id="3" creationId="{6E89D6D2-5A5F-8118-FFE7-41BFD6EA1695}"/>
          </ac:picMkLst>
        </pc:picChg>
        <pc:picChg chg="mod">
          <ac:chgData name="Michael Hatzis" userId="S::mhatzis@hawk.illinoistech.edu::f8bf0336-080d-422c-8829-c28026e2c4cb" providerId="AD" clId="Web-{296794AD-56F2-22CD-8FDC-A364320DC851}" dt="2026-05-06T18:27:22.975" v="772" actId="1076"/>
          <ac:picMkLst>
            <pc:docMk/>
            <pc:sldMk cId="2254922419" sldId="277"/>
            <ac:picMk id="13" creationId="{ED9BB201-62AA-BC4E-12DF-FCFB8F6F8725}"/>
          </ac:picMkLst>
        </pc:picChg>
        <pc:picChg chg="mod modCrop">
          <ac:chgData name="Michael Hatzis" userId="S::mhatzis@hawk.illinoistech.edu::f8bf0336-080d-422c-8829-c28026e2c4cb" providerId="AD" clId="Web-{296794AD-56F2-22CD-8FDC-A364320DC851}" dt="2026-05-06T18:27:28.053" v="774" actId="1076"/>
          <ac:picMkLst>
            <pc:docMk/>
            <pc:sldMk cId="2254922419" sldId="277"/>
            <ac:picMk id="14" creationId="{744AE709-992E-B6E5-A016-17116BC7E621}"/>
          </ac:picMkLst>
        </pc:picChg>
      </pc:sldChg>
      <pc:sldChg chg="new del">
        <pc:chgData name="Michael Hatzis" userId="S::mhatzis@hawk.illinoistech.edu::f8bf0336-080d-422c-8829-c28026e2c4cb" providerId="AD" clId="Web-{296794AD-56F2-22CD-8FDC-A364320DC851}" dt="2026-05-06T15:52:14.645" v="349"/>
        <pc:sldMkLst>
          <pc:docMk/>
          <pc:sldMk cId="2249794687" sldId="278"/>
        </pc:sldMkLst>
      </pc:sldChg>
      <pc:sldChg chg="modSp add replId">
        <pc:chgData name="Michael Hatzis" userId="S::mhatzis@hawk.illinoistech.edu::f8bf0336-080d-422c-8829-c28026e2c4cb" providerId="AD" clId="Web-{296794AD-56F2-22CD-8FDC-A364320DC851}" dt="2026-05-06T18:50:45.434" v="888" actId="20577"/>
        <pc:sldMkLst>
          <pc:docMk/>
          <pc:sldMk cId="3617736125" sldId="278"/>
        </pc:sldMkLst>
        <pc:spChg chg="mod">
          <ac:chgData name="Michael Hatzis" userId="S::mhatzis@hawk.illinoistech.edu::f8bf0336-080d-422c-8829-c28026e2c4cb" providerId="AD" clId="Web-{296794AD-56F2-22CD-8FDC-A364320DC851}" dt="2026-05-06T15:52:42.676" v="396" actId="20577"/>
          <ac:spMkLst>
            <pc:docMk/>
            <pc:sldMk cId="3617736125" sldId="278"/>
            <ac:spMk id="2" creationId="{CE1618D1-3F98-4EA2-5035-03BBBF05B150}"/>
          </ac:spMkLst>
        </pc:spChg>
        <pc:spChg chg="mod">
          <ac:chgData name="Michael Hatzis" userId="S::mhatzis@hawk.illinoistech.edu::f8bf0336-080d-422c-8829-c28026e2c4cb" providerId="AD" clId="Web-{296794AD-56F2-22CD-8FDC-A364320DC851}" dt="2026-05-06T18:50:45.434" v="888" actId="20577"/>
          <ac:spMkLst>
            <pc:docMk/>
            <pc:sldMk cId="3617736125" sldId="278"/>
            <ac:spMk id="3" creationId="{91E4E8DC-9BF1-B20B-4B5D-E214D67515A7}"/>
          </ac:spMkLst>
        </pc:spChg>
      </pc:sldChg>
    </pc:docChg>
  </pc:docChgLst>
  <pc:docChgLst>
    <pc:chgData name="David Obakin" userId="S::dobakin@hawk.illinoistech.edu::61a6fd40-736e-4c94-b475-ee74f67952da" providerId="AD" clId="Web-{707E7D41-22E2-9F45-8015-2309EB5CA978}"/>
    <pc:docChg chg="addSld modSld addMainMaster delMainMaster">
      <pc:chgData name="David Obakin" userId="S::dobakin@hawk.illinoistech.edu::61a6fd40-736e-4c94-b475-ee74f67952da" providerId="AD" clId="Web-{707E7D41-22E2-9F45-8015-2309EB5CA978}" dt="2026-05-01T20:16:09.838" v="157" actId="20577"/>
      <pc:docMkLst>
        <pc:docMk/>
      </pc:docMkLst>
      <pc:sldChg chg="addSp delSp modSp mod setBg modClrScheme setClrOvrMap chgLayout">
        <pc:chgData name="David Obakin" userId="S::dobakin@hawk.illinoistech.edu::61a6fd40-736e-4c94-b475-ee74f67952da" providerId="AD" clId="Web-{707E7D41-22E2-9F45-8015-2309EB5CA978}" dt="2026-05-01T20:11:48.010" v="132"/>
        <pc:sldMkLst>
          <pc:docMk/>
          <pc:sldMk cId="109857222" sldId="256"/>
        </pc:sldMkLst>
        <pc:spChg chg="mod">
          <ac:chgData name="David Obakin" userId="S::dobakin@hawk.illinoistech.edu::61a6fd40-736e-4c94-b475-ee74f67952da" providerId="AD" clId="Web-{707E7D41-22E2-9F45-8015-2309EB5CA978}" dt="2026-05-01T20:11:48.010" v="132"/>
          <ac:spMkLst>
            <pc:docMk/>
            <pc:sldMk cId="109857222" sldId="256"/>
            <ac:spMk id="2" creationId="{00000000-0000-0000-0000-000000000000}"/>
          </ac:spMkLst>
        </pc:spChg>
        <pc:spChg chg="mod">
          <ac:chgData name="David Obakin" userId="S::dobakin@hawk.illinoistech.edu::61a6fd40-736e-4c94-b475-ee74f67952da" providerId="AD" clId="Web-{707E7D41-22E2-9F45-8015-2309EB5CA978}" dt="2026-05-01T20:11:48.010" v="132"/>
          <ac:spMkLst>
            <pc:docMk/>
            <pc:sldMk cId="109857222" sldId="256"/>
            <ac:spMk id="3" creationId="{00000000-0000-0000-0000-000000000000}"/>
          </ac:spMkLst>
        </pc:spChg>
        <pc:picChg chg="add mod ord">
          <ac:chgData name="David Obakin" userId="S::dobakin@hawk.illinoistech.edu::61a6fd40-736e-4c94-b475-ee74f67952da" providerId="AD" clId="Web-{707E7D41-22E2-9F45-8015-2309EB5CA978}" dt="2026-05-01T20:11:48.010" v="132"/>
          <ac:picMkLst>
            <pc:docMk/>
            <pc:sldMk cId="109857222" sldId="256"/>
            <ac:picMk id="4" creationId="{F1FF021F-9281-D064-F831-2590B69940DE}"/>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9:26:56.95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8422 9763 16383 0 0,'-3'4'0'0'0,"-3"11"0"0"0,-2 7 0 0 0,0 8 0 0 0,-4 4 0 0 0,-1-1 0 0 0,2-2 0 0 0,-1-1 0 0 0,2-2 0 0 0,2-6 0 0 0,-2-2 0 0 0,2-5 0 0 0,3-1 0 0 0,1-1 0 0 0,0-2 0 0 0,1-2 0 0 0,1 0 0 0 0,-2-1 0 0 0,0-1 0 0 0,0-4 0 0 0,1-4 0 0 0,2-4 0 0 0,0-5 0 0 0,0-1 0 0 0,2-2 0 0 0,1 0 0 0 0,0-1 0 0 0,0 0 0 0 0,-1 1 0 0 0,0-1 0 0 0,-1 1 0 0 0,0 1 0 0 0,0-2 0 0 0,0 2 0 0 0,1-1 0 0 0,1 0 0 0 0,0 1 0 0 0,-1-1 0 0 0,0 0 0 0 0,0 0 0 0 0,2 2 0 0 0,0 2 0 0 0,1-1 0 0 0,0-1 0 0 0,0 0 0 0 0,1 1 0 0 0,1 1 0 0 0,-1 0 0 0 0,1-2 0 0 0,-1 1 0 0 0,0-2 0 0 0,-2 3 0 0 0,-2 4 0 0 0,-2 3 0 0 0,-3 2 0 0 0,-1 4 0 0 0,1 3 0 0 0,-1 2 0 0 0,-2 0 0 0 0,0 0 0 0 0,0-1 0 0 0,1 0 0 0 0,-1-2 0 0 0,0 2 0 0 0,2 1 0 0 0,-1 1 0 0 0,1 0 0 0 0,-1-1 0 0 0,1 0 0 0 0,1 2 0 0 0,-1-1 0 0 0,0-2 0 0 0,0 2 0 0 0,0-1 0 0 0,1 2 0 0 0,-1-1 0 0 0,0 0 0 0 0,-1-2 0 0 0,-1 0 0 0 0,2 1 0 0 0,1 0 0 0 0,0-1 0 0 0,1 0 0 0 0,-2-1 0 0 0,-1-1 0 0 0,0 0 0 0 0,1 2 0 0 0,-1-2 0 0 0,-3-1 0 0 0,0-2 0 0 0,0-4 0 0 0,3-4 0 0 0,4-4 0 0 0,3-1 0 0 0,4-1 0 0 0,1 1 0 0 0,0 0 0 0 0,-1 1 0 0 0,0-1 0 0 0,-1 1 0 0 0,1 1 0 0 0,1 2 0 0 0,0 0 0 0 0,-1-1 0 0 0,1 1 0 0 0,-1-1 0 0 0,0-3 0 0 0,0 1 0 0 0,1 1 0 0 0,0-2 0 0 0,1 1 0 0 0,1-2 0 0 0,-1 1 0 0 0,-1 0 0 0 0,1 0 0 0 0,2 2 0 0 0,0-1 0 0 0,-1 0 0 0 0,-1-1 0 0 0,0 1 0 0 0,0 1 0 0 0,-1 1 0 0 0,-1 0 0 0 0,2 1 0 0 0,1 1 0 0 0,2 2 0 0 0,1 1 0 0 0,1 1 0 0 0,0 1 0 0 0,0 1 0 0 0,1 1 0 0 0,-3 1 0 0 0,1 1 0 0 0,-2 2 0 0 0,-3 1 0 0 0,-2 2 0 0 0,-1 1 0 0 0,-2 2 0 0 0,-3-2 0 0 0,0 1 0 0 0,0-1 0 0 0,-3-1 0 0 0,0 0 0 0 0,0 0 0 0 0,0 1 0 0 0,1 1 0 0 0,1 1 0 0 0,-1-2 0 0 0,-1 0 0 0 0,0-2 0 0 0,1 0 0 0 0,-2 0 0 0 0,-2 0 0 0 0,2 0 0 0 0,-2 0 0 0 0,1-1 0 0 0,1-4 0 0 0,2-5 0 0 0,2-4 0 0 0,1-4 0 0 0,0-1 0 0 0,1-1 0 0 0,2 1 0 0 0,0-1 0 0 0,0 1 0 0 0,0 0 0 0 0,0 0 0 0 0,1-1 0 0 0,-1-1 0 0 0,-1 0 0 0 0,3 3 0 0 0,0 0 0 0 0,0 0 0 0 0,0 0 0 0 0,0-1 0 0 0,1 3 0 0 0,1-1 0 0 0,-1-2 0 0 0,-2 0 0 0 0,-1 0 0 0 0,-1-1 0 0 0,0 0 0 0 0,0 1 0 0 0,1 1 0 0 0,2 1 0 0 0,3 3 0 0 0,3 1 0 0 0,1 3 0 0 0,-1 0 0 0 0,0 0 0 0 0,-3 3 0 0 0,-2 4 0 0 0,-2 3 0 0 0,-1 3 0 0 0,-2 0 0 0 0,0 2 0 0 0,3-2 0 0 0,0 0 0 0 0,0 0 0 0 0,-1 0 0 0 0,0 0 0 0 0,-1 1 0 0 0,0-1 0 0 0,2-1 0 0 0,0-1 0 0 0,1 2 0 0 0,-2 0 0 0 0,2-2 0 0 0,-1 0 0 0 0,-1 0 0 0 0,-3-1 0 0 0,-5-3 0 0 0,0 1 0 0 0,-2 0 0 0 0,2 1 0 0 0,1 1 0 0 0,-1-1 0 0 0,0 1 0 0 0,0 0 0 0 0,1 3 0 0 0,-1-2 0 0 0,0 0 0 0 0,-1 0 0 0 0,-2-3 0 0 0,-1-1 0 0 0,0-4 0 0 0,1-5 0 0 0,2-2 0 0 0,0-1 0 0 0,1-1 0 0 0,1-2 0 0 0,2-1 0 0 0,1-1 0 0 0,1 1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E146C-F6AD-415E-A3D3-70B342236E83}" type="datetimeFigureOut">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ECAD0A-2C42-4EB2-8B5B-7CB86528C2DF}" type="slidenum">
              <a:t>‹#›</a:t>
            </a:fld>
            <a:endParaRPr lang="en-US"/>
          </a:p>
        </p:txBody>
      </p:sp>
    </p:spTree>
    <p:extLst>
      <p:ext uri="{BB962C8B-B14F-4D97-AF65-F5344CB8AC3E}">
        <p14:creationId xmlns:p14="http://schemas.microsoft.com/office/powerpoint/2010/main" val="893106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decided to model the 9th Generation 2015 Honda Accord Hybrid for a few key reasons. First, it’s a standard for mid-size efficiency, making our data highly applicable to everyday driving. Second, it features a 2.0L Two-Motor Hybrid system. Because the hybrid system is so efficient in stop-and-go city traffic, it highlights just how much energy is lost to aerodynamic drag once you hit highway speeds.</a:t>
            </a:r>
          </a:p>
          <a:p>
            <a:r>
              <a:rPr lang="en-US"/>
              <a:t>Finally, this car was built with aerodynamics in mind. It comes factory-equipped with active grille shutters and flat underbody panels, resulting in a drag coefficient of 0.28 and a frontal area of 2.26 square meters. We will be using these exact specifications as the baseline in our Excel model to see how further altering that drag coefficient impacts overall energy consumption.</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1BECAD0A-2C42-4EB2-8B5B-7CB86528C2DF}" type="slidenum">
              <a:t>4</a:t>
            </a:fld>
            <a:endParaRPr lang="en-US"/>
          </a:p>
        </p:txBody>
      </p:sp>
    </p:spTree>
    <p:extLst>
      <p:ext uri="{BB962C8B-B14F-4D97-AF65-F5344CB8AC3E}">
        <p14:creationId xmlns:p14="http://schemas.microsoft.com/office/powerpoint/2010/main" val="1809025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illustrates the unique relationship between hybrid powertrains and aerodynamics. We all know hybrids get great city mileage; this is because regenerative braking mitigates the energy loss of accelerating and decelerating a heavy vehicle.</a:t>
            </a:r>
          </a:p>
          <a:p>
            <a:r>
              <a:rPr lang="en-US"/>
              <a:t>But aerodynamics represent a hard limit. Unlike braking, you cannot recapture the energy you spend pushing air out of the way. As automakers make engines and batteries more efficient, air friction becomes the dominant source of energy loss.</a:t>
            </a:r>
          </a:p>
          <a:p>
            <a:r>
              <a:rPr lang="en-US"/>
              <a:t>This is especially true on the highway. When we look at aggressive highway cruising, such as the US06 drive cycle we are using for our model, the battery isn't helping much because there are fewer stops. The car reaches a steady state where the engine is primarily just fighting aerodynamic drag. That is exactly why our project zeroes in on the drag coefficient (Cd)—at highway speeds, it is the most critical variable for improving hybrid efficiency.</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1BECAD0A-2C42-4EB2-8B5B-7CB86528C2DF}" type="slidenum">
              <a:t>5</a:t>
            </a:fld>
            <a:endParaRPr lang="en-US"/>
          </a:p>
        </p:txBody>
      </p:sp>
    </p:spTree>
    <p:extLst>
      <p:ext uri="{BB962C8B-B14F-4D97-AF65-F5344CB8AC3E}">
        <p14:creationId xmlns:p14="http://schemas.microsoft.com/office/powerpoint/2010/main" val="1841872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execute this project, we broke our scope down into three specific research objectives which answer What we are doing, How we are doing it and Why we are doing it.</a:t>
            </a:r>
            <a:endParaRPr lang="en-US">
              <a:ea typeface="Calibri"/>
              <a:cs typeface="Calibri"/>
            </a:endParaRPr>
          </a:p>
          <a:p>
            <a:r>
              <a:rPr lang="en-US"/>
              <a:t>Our first goal is a Sensitivity Analysis, The What. We want to quantify the relationship between aerodynamics and fuel economy. By incrementing the drag coefficient (Cd) up and down, we can track the exact MPG penalties or gains over the aggressive US06 drive cycle.</a:t>
            </a:r>
            <a:endParaRPr lang="en-US">
              <a:ea typeface="Calibri"/>
              <a:cs typeface="Calibri"/>
            </a:endParaRPr>
          </a:p>
          <a:p>
            <a:r>
              <a:rPr lang="en-US"/>
              <a:t>To do this accurately, our second objective was Technical Modeling Our Why. We built a dynamic Excel model that simulates the 2015 Accord's tractive effort requirements. Because the US06 cycle has rapid acceleration and deceleration, we set our model to calculate the physics at a 1Hz frequency—meaning we evaluate the forces acting on the car every single second.</a:t>
            </a:r>
            <a:endParaRPr lang="en-US">
              <a:ea typeface="Calibri"/>
              <a:cs typeface="Calibri"/>
            </a:endParaRPr>
          </a:p>
          <a:p>
            <a:r>
              <a:rPr lang="en-US"/>
              <a:t>Finally, we are looking at Energy Attribution the Why speed matters. We know aerodynamics matter more at higher speeds, but we want to prove it mathematically. Our model will isolate aerodynamic drag from overall road load to compare its percentage contribution at a city speed of 30 MPH versus a highway speed of 70 MPH.</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1BECAD0A-2C42-4EB2-8B5B-7CB86528C2DF}" type="slidenum">
              <a:t>7</a:t>
            </a:fld>
            <a:endParaRPr lang="en-US"/>
          </a:p>
        </p:txBody>
      </p:sp>
    </p:spTree>
    <p:extLst>
      <p:ext uri="{BB962C8B-B14F-4D97-AF65-F5344CB8AC3E}">
        <p14:creationId xmlns:p14="http://schemas.microsoft.com/office/powerpoint/2010/main" val="1325870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D5D83F1-BF6E-4A98-8153-BAC9ABDE7CE3}" type="datetimeFigureOut">
              <a:rPr lang="en-US" dirty="0"/>
              <a:t>5/6/2026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1425567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5/6/2026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535493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6DDB232-C681-46A2-B21F-2BD21E9CA134}" type="datetimeFigureOut">
              <a:rPr lang="en-US" dirty="0"/>
              <a:t>5/6/2026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292725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0ABE26E-66F9-4E5F-9E07-CA7CDB200281}" type="datetimeFigureOut">
              <a:rPr lang="en-US" dirty="0"/>
              <a:t>5/6/2026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476552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5/6/2026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528505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7CC2C0A-F771-42D9-AAB0-90C3A2B0FEAD}" type="datetimeFigureOut">
              <a:rPr lang="en-US" dirty="0"/>
              <a:t>5/6/2026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473418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CA2A270-409D-4410-9649-B7481576446C}" type="datetimeFigureOut">
              <a:rPr lang="en-US" dirty="0"/>
              <a:t>5/6/2026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171665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5/6/2026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898227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322871-0F85-43DC-99D7-CA8E7437E2EC}" type="datetimeFigureOut">
              <a:rPr lang="en-US" dirty="0"/>
              <a:t>5/6/2026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413205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D9BE5A2-57A1-4629-B29D-D386573AF9F3}" type="datetimeFigureOut">
              <a:rPr lang="en-US" dirty="0"/>
              <a:t>5/6/2026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4047194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A3A72485-1B57-41B4-A998-97848CC136C2}" type="datetimeFigureOut">
              <a:rPr lang="en-US" dirty="0"/>
              <a:t>5/6/2026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736270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E857DF4D-D974-434D-9D64-40B7405DF5F0}" type="datetimeFigureOut">
              <a:rPr lang="en-US" dirty="0"/>
              <a:t>5/6/2026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dirty="0"/>
              <a:t>‹#›</a:t>
            </a:fld>
            <a:endParaRPr lang="en-US"/>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2839095"/>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hf hdr="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guide id="5" pos="576" userDrawn="1">
          <p15:clr>
            <a:srgbClr val="F26B43"/>
          </p15:clr>
        </p15:guide>
        <p15:guide id="6" orient="horz" pos="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1.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www.epa.gov/sites/default/files/2015-10/us06dds.gif" TargetMode="External"/><Relationship Id="rId3" Type="http://schemas.openxmlformats.org/officeDocument/2006/relationships/hyperlink" Target="https://img2.carmax.com/assets/27384724/hero.jpg?width=400&amp;height=300" TargetMode="External"/><Relationship Id="rId7" Type="http://schemas.openxmlformats.org/officeDocument/2006/relationships/hyperlink" Target="https://driving.ca/reviews/road-test/suv-review-2021-kia-soul-ev-limited" TargetMode="External"/><Relationship Id="rId2" Type="http://schemas.openxmlformats.org/officeDocument/2006/relationships/hyperlink" Target="https://www.kitware.com/main/wp-content/uploads/2024/08/OnlineWindTunnel.jpg" TargetMode="External"/><Relationship Id="rId1" Type="http://schemas.openxmlformats.org/officeDocument/2006/relationships/slideLayout" Target="../slideLayouts/slideLayout2.xml"/><Relationship Id="rId6" Type="http://schemas.openxmlformats.org/officeDocument/2006/relationships/hyperlink" Target="https://hondanews.com/en-US/photos/2015-honda-accord-hybrid-touring-13" TargetMode="External"/><Relationship Id="rId5" Type="http://schemas.openxmlformats.org/officeDocument/2006/relationships/hyperlink" Target="https://www.cnet.com/roadshow/news/2022-mercedes-benz-eqs-second-drive-review/" TargetMode="External"/><Relationship Id="rId4" Type="http://schemas.openxmlformats.org/officeDocument/2006/relationships/hyperlink" Target="https://hondanews.com/en-US/honda-automobiles/releases/release-a786b722e2db4264b4d0cc02cdfbd6d8-2015-accord-hybrid-specifications-featur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car with blue lines around it&#10;&#10;AI-generated content may be incorrect.">
            <a:extLst>
              <a:ext uri="{FF2B5EF4-FFF2-40B4-BE49-F238E27FC236}">
                <a16:creationId xmlns:a16="http://schemas.microsoft.com/office/drawing/2014/main" id="{F1FF021F-9281-D064-F831-2590B69940DE}"/>
              </a:ext>
            </a:extLst>
          </p:cNvPr>
          <p:cNvPicPr>
            <a:picLocks noChangeAspect="1"/>
          </p:cNvPicPr>
          <p:nvPr/>
        </p:nvPicPr>
        <p:blipFill>
          <a:blip r:embed="rId2">
            <a:alphaModFix/>
          </a:blip>
          <a:srcRect r="3109"/>
          <a:stretch>
            <a:fillRect/>
          </a:stretch>
        </p:blipFill>
        <p:spPr>
          <a:xfrm>
            <a:off x="2" y="152"/>
            <a:ext cx="12191998" cy="6857848"/>
          </a:xfrm>
          <a:prstGeom prst="rect">
            <a:avLst/>
          </a:prstGeom>
        </p:spPr>
      </p:pic>
      <p:sp>
        <p:nvSpPr>
          <p:cNvPr id="2" name="Title 1"/>
          <p:cNvSpPr>
            <a:spLocks noGrp="1"/>
          </p:cNvSpPr>
          <p:nvPr>
            <p:ph type="ctrTitle"/>
          </p:nvPr>
        </p:nvSpPr>
        <p:spPr>
          <a:xfrm>
            <a:off x="640080" y="1715729"/>
            <a:ext cx="10871402" cy="1123706"/>
          </a:xfrm>
        </p:spPr>
        <p:txBody>
          <a:bodyPr anchor="t">
            <a:normAutofit fontScale="90000"/>
          </a:bodyPr>
          <a:lstStyle/>
          <a:p>
            <a:pPr>
              <a:lnSpc>
                <a:spcPct val="90000"/>
              </a:lnSpc>
            </a:pPr>
            <a:r>
              <a:rPr lang="en-US" sz="4600" b="1">
                <a:highlight>
                  <a:srgbClr val="C0C0C0"/>
                </a:highlight>
                <a:latin typeface="Grandview Display"/>
              </a:rPr>
              <a:t>IMPACT OF VEHICLE AERODYNAMICS ON FUEL EFFICIENCY</a:t>
            </a:r>
            <a:endParaRPr lang="en-US" b="1">
              <a:highlight>
                <a:srgbClr val="C0C0C0"/>
              </a:highlight>
              <a:latin typeface="Grandview Display"/>
            </a:endParaRPr>
          </a:p>
        </p:txBody>
      </p:sp>
      <p:sp>
        <p:nvSpPr>
          <p:cNvPr id="3" name="Subtitle 2"/>
          <p:cNvSpPr>
            <a:spLocks noGrp="1"/>
          </p:cNvSpPr>
          <p:nvPr>
            <p:ph type="subTitle" idx="1"/>
          </p:nvPr>
        </p:nvSpPr>
        <p:spPr>
          <a:xfrm>
            <a:off x="432816" y="5359071"/>
            <a:ext cx="6402572" cy="1287887"/>
          </a:xfrm>
        </p:spPr>
        <p:txBody>
          <a:bodyPr vert="horz" lIns="91440" tIns="45720" rIns="91440" bIns="45720" rtlCol="0" anchor="b">
            <a:normAutofit/>
          </a:bodyPr>
          <a:lstStyle/>
          <a:p>
            <a:r>
              <a:rPr lang="en-US" b="0">
                <a:solidFill>
                  <a:srgbClr val="FFFFFF"/>
                </a:solidFill>
                <a:latin typeface="DM Sans"/>
              </a:rPr>
              <a:t>A Technical Case Study of the 2015 Honda Accord Hybrid</a:t>
            </a:r>
            <a:endParaRPr lang="en-US">
              <a:solidFill>
                <a:srgbClr val="FFFFFF"/>
              </a:solidFill>
              <a:latin typeface="Grandview Display"/>
            </a:endParaRPr>
          </a:p>
          <a:p>
            <a:r>
              <a:rPr lang="en-US">
                <a:solidFill>
                  <a:srgbClr val="FFFFFF"/>
                </a:solidFill>
                <a:latin typeface="Grandview Display"/>
              </a:rPr>
              <a:t>By: David</a:t>
            </a:r>
            <a:r>
              <a:rPr lang="en-US">
                <a:solidFill>
                  <a:srgbClr val="FFFFFF"/>
                </a:solidFill>
              </a:rPr>
              <a:t> Obakin and </a:t>
            </a:r>
            <a:r>
              <a:rPr lang="en-US" err="1">
                <a:solidFill>
                  <a:srgbClr val="FFFFFF"/>
                </a:solidFill>
              </a:rPr>
              <a:t>MichAel</a:t>
            </a:r>
            <a:r>
              <a:rPr lang="en-US">
                <a:solidFill>
                  <a:srgbClr val="FFFFFF"/>
                </a:solidFill>
              </a:rPr>
              <a:t> Hatzis</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7C7B8-4EC3-C253-61ED-4DF1D4FEDA05}"/>
              </a:ext>
            </a:extLst>
          </p:cNvPr>
          <p:cNvSpPr>
            <a:spLocks noGrp="1"/>
          </p:cNvSpPr>
          <p:nvPr>
            <p:ph type="title"/>
          </p:nvPr>
        </p:nvSpPr>
        <p:spPr>
          <a:xfrm>
            <a:off x="914400" y="1371601"/>
            <a:ext cx="10387584" cy="901058"/>
          </a:xfrm>
        </p:spPr>
        <p:txBody>
          <a:bodyPr/>
          <a:lstStyle/>
          <a:p>
            <a:r>
              <a:rPr lang="en-US" sz="3000" b="1">
                <a:solidFill>
                  <a:srgbClr val="0B2447"/>
                </a:solidFill>
                <a:latin typeface="Lucida Bright"/>
              </a:rPr>
              <a:t>Background</a:t>
            </a:r>
            <a:r>
              <a:rPr lang="en-US" sz="3300" b="1">
                <a:solidFill>
                  <a:srgbClr val="0B2447"/>
                </a:solidFill>
                <a:latin typeface="Lucida Bright"/>
              </a:rPr>
              <a:t>: Energy Loss in Motion</a:t>
            </a:r>
            <a:endParaRPr lang="en-US" b="1">
              <a:latin typeface="Lucida Bright"/>
            </a:endParaRPr>
          </a:p>
        </p:txBody>
      </p:sp>
      <p:sp>
        <p:nvSpPr>
          <p:cNvPr id="3" name="Content Placeholder 2">
            <a:extLst>
              <a:ext uri="{FF2B5EF4-FFF2-40B4-BE49-F238E27FC236}">
                <a16:creationId xmlns:a16="http://schemas.microsoft.com/office/drawing/2014/main" id="{C0123813-6FA2-CCBA-ED33-DE650D55295E}"/>
              </a:ext>
            </a:extLst>
          </p:cNvPr>
          <p:cNvSpPr>
            <a:spLocks noGrp="1"/>
          </p:cNvSpPr>
          <p:nvPr>
            <p:ph idx="1"/>
          </p:nvPr>
        </p:nvSpPr>
        <p:spPr>
          <a:xfrm>
            <a:off x="627888" y="2548128"/>
            <a:ext cx="4545308" cy="3566160"/>
          </a:xfrm>
        </p:spPr>
        <p:txBody>
          <a:bodyPr vert="horz" lIns="91440" tIns="45720" rIns="91440" bIns="45720" rtlCol="0" anchor="t">
            <a:normAutofit/>
          </a:bodyPr>
          <a:lstStyle/>
          <a:p>
            <a:pPr marL="0" indent="0">
              <a:buNone/>
            </a:pPr>
            <a:r>
              <a:rPr lang="en-US" sz="1500">
                <a:solidFill>
                  <a:srgbClr val="000000"/>
                </a:solidFill>
                <a:latin typeface="Lucida Bright"/>
              </a:rPr>
              <a:t>As vehicle speeds increase, the energy required to overcome environmental resistance grows exponentially. While engine efficiency and weight reduction are critical, aerodynamics becomes the dominant factor at highway velocities.</a:t>
            </a:r>
          </a:p>
          <a:p>
            <a:r>
              <a:rPr lang="en-US" sz="1500">
                <a:solidFill>
                  <a:srgbClr val="000000"/>
                </a:solidFill>
                <a:latin typeface="Lucida Bright"/>
              </a:rPr>
              <a:t>Aerodynamic drag is responsible for ~60% of total highway energy loss.</a:t>
            </a:r>
          </a:p>
          <a:p>
            <a:r>
              <a:rPr lang="en-US" sz="1500">
                <a:solidFill>
                  <a:srgbClr val="000000"/>
                </a:solidFill>
                <a:latin typeface="Lucida Bright"/>
              </a:rPr>
              <a:t>Minimizing drag coefficients (C</a:t>
            </a:r>
            <a:r>
              <a:rPr lang="en-US" sz="1100">
                <a:solidFill>
                  <a:srgbClr val="000000"/>
                </a:solidFill>
                <a:latin typeface="Lucida Bright"/>
              </a:rPr>
              <a:t>d</a:t>
            </a:r>
            <a:r>
              <a:rPr lang="en-US" sz="1500">
                <a:solidFill>
                  <a:srgbClr val="000000"/>
                </a:solidFill>
                <a:latin typeface="Lucida Bright"/>
              </a:rPr>
              <a:t>) is the "low hanging fruit" for extending range and MPG.</a:t>
            </a:r>
          </a:p>
        </p:txBody>
      </p:sp>
      <p:pic>
        <p:nvPicPr>
          <p:cNvPr id="4" name="Picture 3" descr="A car with many wires coming out of it&#10;&#10;AI-generated content may be incorrect.">
            <a:extLst>
              <a:ext uri="{FF2B5EF4-FFF2-40B4-BE49-F238E27FC236}">
                <a16:creationId xmlns:a16="http://schemas.microsoft.com/office/drawing/2014/main" id="{50AE2D53-E5FE-55BE-086D-20B9325EA37D}"/>
              </a:ext>
            </a:extLst>
          </p:cNvPr>
          <p:cNvPicPr>
            <a:picLocks noChangeAspect="1"/>
          </p:cNvPicPr>
          <p:nvPr/>
        </p:nvPicPr>
        <p:blipFill>
          <a:blip r:embed="rId2"/>
          <a:stretch>
            <a:fillRect/>
          </a:stretch>
        </p:blipFill>
        <p:spPr>
          <a:xfrm>
            <a:off x="6103357" y="2468617"/>
            <a:ext cx="5227320" cy="3733800"/>
          </a:xfrm>
          <a:prstGeom prst="rect">
            <a:avLst/>
          </a:prstGeom>
        </p:spPr>
      </p:pic>
    </p:spTree>
    <p:extLst>
      <p:ext uri="{BB962C8B-B14F-4D97-AF65-F5344CB8AC3E}">
        <p14:creationId xmlns:p14="http://schemas.microsoft.com/office/powerpoint/2010/main" val="21209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CDE8A-8567-5D1B-9B3E-789B37371D3C}"/>
              </a:ext>
            </a:extLst>
          </p:cNvPr>
          <p:cNvSpPr>
            <a:spLocks noGrp="1"/>
          </p:cNvSpPr>
          <p:nvPr>
            <p:ph type="title"/>
          </p:nvPr>
        </p:nvSpPr>
        <p:spPr>
          <a:xfrm>
            <a:off x="914400" y="1371601"/>
            <a:ext cx="10363200" cy="1003639"/>
          </a:xfrm>
        </p:spPr>
        <p:txBody>
          <a:bodyPr>
            <a:normAutofit fontScale="90000"/>
          </a:bodyPr>
          <a:lstStyle/>
          <a:p>
            <a:r>
              <a:rPr lang="en-US" sz="3300" b="1">
                <a:solidFill>
                  <a:srgbClr val="0B2447"/>
                </a:solidFill>
                <a:latin typeface="Lucida Bright"/>
              </a:rPr>
              <a:t>Background: The Physics of Drag</a:t>
            </a:r>
            <a:br>
              <a:rPr lang="en-US" sz="3300">
                <a:latin typeface="Lucida Bright"/>
              </a:rPr>
            </a:br>
            <a:endParaRPr lang="en-US" sz="3300">
              <a:latin typeface="Lucida Bright"/>
            </a:endParaRPr>
          </a:p>
        </p:txBody>
      </p:sp>
      <p:sp>
        <p:nvSpPr>
          <p:cNvPr id="3" name="Content Placeholder 2">
            <a:extLst>
              <a:ext uri="{FF2B5EF4-FFF2-40B4-BE49-F238E27FC236}">
                <a16:creationId xmlns:a16="http://schemas.microsoft.com/office/drawing/2014/main" id="{6963C056-E5B3-AAA7-A9C6-FF69FA60A1F3}"/>
              </a:ext>
            </a:extLst>
          </p:cNvPr>
          <p:cNvSpPr>
            <a:spLocks noGrp="1"/>
          </p:cNvSpPr>
          <p:nvPr>
            <p:ph idx="1"/>
          </p:nvPr>
        </p:nvSpPr>
        <p:spPr>
          <a:xfrm>
            <a:off x="914399" y="2348964"/>
            <a:ext cx="5567856" cy="3382658"/>
          </a:xfrm>
        </p:spPr>
        <p:txBody>
          <a:bodyPr vert="horz" lIns="91440" tIns="45720" rIns="91440" bIns="45720" rtlCol="0" anchor="t">
            <a:normAutofit/>
          </a:bodyPr>
          <a:lstStyle/>
          <a:p>
            <a:r>
              <a:rPr lang="en-US" sz="1800">
                <a:latin typeface="Lucida Bright"/>
              </a:rPr>
              <a:t>The resistive force of air on a moving body is defined by the Drag Equation. Note the square of velocity, which dictates that fuel consumption penalties increase drastically as speed climbs.</a:t>
            </a:r>
          </a:p>
          <a:p>
            <a:endParaRPr lang="en-US" sz="1800">
              <a:latin typeface="Lucida Bright"/>
            </a:endParaRPr>
          </a:p>
        </p:txBody>
      </p:sp>
      <p:pic>
        <p:nvPicPr>
          <p:cNvPr id="4" name="Picture 3" descr="image.png">
            <a:extLst>
              <a:ext uri="{FF2B5EF4-FFF2-40B4-BE49-F238E27FC236}">
                <a16:creationId xmlns:a16="http://schemas.microsoft.com/office/drawing/2014/main" id="{79336FB3-9371-AC90-2BCD-3516C8552BAD}"/>
              </a:ext>
            </a:extLst>
          </p:cNvPr>
          <p:cNvPicPr>
            <a:picLocks noChangeAspect="1"/>
          </p:cNvPicPr>
          <p:nvPr/>
        </p:nvPicPr>
        <p:blipFill>
          <a:blip r:embed="rId2"/>
          <a:stretch>
            <a:fillRect/>
          </a:stretch>
        </p:blipFill>
        <p:spPr>
          <a:xfrm>
            <a:off x="1031328" y="4223070"/>
            <a:ext cx="5334000" cy="819150"/>
          </a:xfrm>
          <a:prstGeom prst="rect">
            <a:avLst/>
          </a:prstGeom>
        </p:spPr>
      </p:pic>
      <p:pic>
        <p:nvPicPr>
          <p:cNvPr id="5" name="Picture 4" descr="image.png">
            <a:extLst>
              <a:ext uri="{FF2B5EF4-FFF2-40B4-BE49-F238E27FC236}">
                <a16:creationId xmlns:a16="http://schemas.microsoft.com/office/drawing/2014/main" id="{455D3841-1CEB-850E-F650-AF089FD8059C}"/>
              </a:ext>
            </a:extLst>
          </p:cNvPr>
          <p:cNvPicPr>
            <a:picLocks noChangeAspect="1"/>
          </p:cNvPicPr>
          <p:nvPr/>
        </p:nvPicPr>
        <p:blipFill>
          <a:blip r:embed="rId3"/>
          <a:stretch>
            <a:fillRect/>
          </a:stretch>
        </p:blipFill>
        <p:spPr>
          <a:xfrm>
            <a:off x="1220304" y="4413570"/>
            <a:ext cx="4953000" cy="438150"/>
          </a:xfrm>
          <a:prstGeom prst="rect">
            <a:avLst/>
          </a:prstGeom>
        </p:spPr>
      </p:pic>
      <p:sp>
        <p:nvSpPr>
          <p:cNvPr id="7" name="TextBox 6">
            <a:extLst>
              <a:ext uri="{FF2B5EF4-FFF2-40B4-BE49-F238E27FC236}">
                <a16:creationId xmlns:a16="http://schemas.microsoft.com/office/drawing/2014/main" id="{06A263F1-D1D1-A1A4-8F74-026D6E7F4721}"/>
              </a:ext>
            </a:extLst>
          </p:cNvPr>
          <p:cNvSpPr txBox="1"/>
          <p:nvPr/>
        </p:nvSpPr>
        <p:spPr>
          <a:xfrm>
            <a:off x="1031328" y="5107976"/>
            <a:ext cx="533400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0" i="1" u="none" strike="noStrike">
                <a:solidFill>
                  <a:srgbClr val="2D3E50"/>
                </a:solidFill>
                <a:latin typeface="DM Sans"/>
                <a:ea typeface="DM Sans"/>
                <a:cs typeface="DM Sans"/>
              </a:rPr>
              <a:t>Where: ρ = air density, v = velocity, Cd = drag coefficient, A = frontal area.</a:t>
            </a:r>
          </a:p>
        </p:txBody>
      </p:sp>
      <p:sp>
        <p:nvSpPr>
          <p:cNvPr id="8" name="TextBox 7">
            <a:extLst>
              <a:ext uri="{FF2B5EF4-FFF2-40B4-BE49-F238E27FC236}">
                <a16:creationId xmlns:a16="http://schemas.microsoft.com/office/drawing/2014/main" id="{D2A4A6A4-2C98-C04E-1CC1-18D21E93551B}"/>
              </a:ext>
            </a:extLst>
          </p:cNvPr>
          <p:cNvSpPr txBox="1"/>
          <p:nvPr/>
        </p:nvSpPr>
        <p:spPr>
          <a:xfrm>
            <a:off x="6753589" y="2347958"/>
            <a:ext cx="5264428"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Lucida Bright"/>
              </a:rPr>
              <a:t>Key Implications: </a:t>
            </a:r>
          </a:p>
          <a:p>
            <a:br>
              <a:rPr lang="en-US" sz="1600">
                <a:latin typeface="Lucida Bright"/>
              </a:rPr>
            </a:br>
            <a:r>
              <a:rPr lang="en-US" sz="1600" b="1">
                <a:latin typeface="Lucida Bright"/>
                <a:ea typeface="+mn-lt"/>
                <a:cs typeface="+mn-lt"/>
              </a:rPr>
              <a:t>Power Requirement:</a:t>
            </a:r>
            <a:r>
              <a:rPr lang="en-US" sz="1600">
                <a:latin typeface="Lucida Bright"/>
                <a:ea typeface="+mn-lt"/>
                <a:cs typeface="+mn-lt"/>
              </a:rPr>
              <a:t> Since Power = Force × Velocity, the power needed to overcome drag increases at a rate proportional to the cube of speed (v^3).</a:t>
            </a:r>
            <a:endParaRPr lang="en-US" sz="1600">
              <a:latin typeface="Lucida Bright"/>
            </a:endParaRPr>
          </a:p>
          <a:p>
            <a:br>
              <a:rPr lang="en-US" sz="1600" b="1">
                <a:latin typeface="Lucida Bright"/>
              </a:rPr>
            </a:br>
            <a:r>
              <a:rPr lang="en-US" sz="1600" b="1">
                <a:latin typeface="Lucida Bright"/>
              </a:rPr>
              <a:t>Frontal Area (A)</a:t>
            </a:r>
            <a:r>
              <a:rPr lang="en-US" sz="1600">
                <a:latin typeface="Lucida Bright"/>
              </a:rPr>
              <a:t>: Fixed by the vehicle's footprint.</a:t>
            </a:r>
          </a:p>
          <a:p>
            <a:endParaRPr lang="en-US" sz="1600">
              <a:latin typeface="Lucida Bright"/>
            </a:endParaRPr>
          </a:p>
          <a:p>
            <a:r>
              <a:rPr lang="en-US" sz="1600" b="1">
                <a:latin typeface="Lucida Bright"/>
              </a:rPr>
              <a:t>Drag Coefficient (C</a:t>
            </a:r>
            <a:r>
              <a:rPr lang="en-US" sz="1100" b="1">
                <a:latin typeface="Lucida Bright"/>
              </a:rPr>
              <a:t>d</a:t>
            </a:r>
            <a:r>
              <a:rPr lang="en-US" sz="1600" b="1">
                <a:latin typeface="Lucida Bright"/>
              </a:rPr>
              <a:t>)</a:t>
            </a:r>
            <a:r>
              <a:rPr lang="en-US" sz="1600">
                <a:latin typeface="Lucida Bright"/>
              </a:rPr>
              <a:t>: The primary variable that can be optimized through design.</a:t>
            </a:r>
          </a:p>
        </p:txBody>
      </p:sp>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3A85F762-8F0F-8531-3850-B1AD9A66BD45}"/>
                  </a:ext>
                </a:extLst>
              </p14:cNvPr>
              <p14:cNvContentPartPr/>
              <p14:nvPr/>
            </p14:nvContentPartPr>
            <p14:xfrm>
              <a:off x="3783077" y="4503963"/>
              <a:ext cx="135252" cy="165432"/>
            </p14:xfrm>
          </p:contentPart>
        </mc:Choice>
        <mc:Fallback>
          <p:pic>
            <p:nvPicPr>
              <p:cNvPr id="6" name="Ink 5">
                <a:extLst>
                  <a:ext uri="{FF2B5EF4-FFF2-40B4-BE49-F238E27FC236}">
                    <a16:creationId xmlns:a16="http://schemas.microsoft.com/office/drawing/2014/main" id="{3A85F762-8F0F-8531-3850-B1AD9A66BD45}"/>
                  </a:ext>
                </a:extLst>
              </p:cNvPr>
              <p:cNvPicPr/>
              <p:nvPr/>
            </p:nvPicPr>
            <p:blipFill>
              <a:blip r:embed="rId5"/>
              <a:stretch>
                <a:fillRect/>
              </a:stretch>
            </p:blipFill>
            <p:spPr>
              <a:xfrm>
                <a:off x="3729263" y="4396073"/>
                <a:ext cx="242521" cy="380853"/>
              </a:xfrm>
              <a:prstGeom prst="rect">
                <a:avLst/>
              </a:prstGeom>
            </p:spPr>
          </p:pic>
        </mc:Fallback>
      </mc:AlternateContent>
    </p:spTree>
    <p:extLst>
      <p:ext uri="{BB962C8B-B14F-4D97-AF65-F5344CB8AC3E}">
        <p14:creationId xmlns:p14="http://schemas.microsoft.com/office/powerpoint/2010/main" val="3590757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63C84-C7C0-1D9D-24A5-1976A62E7437}"/>
              </a:ext>
            </a:extLst>
          </p:cNvPr>
          <p:cNvSpPr>
            <a:spLocks noGrp="1"/>
          </p:cNvSpPr>
          <p:nvPr>
            <p:ph type="title"/>
          </p:nvPr>
        </p:nvSpPr>
        <p:spPr>
          <a:xfrm>
            <a:off x="914400" y="1371601"/>
            <a:ext cx="10363200" cy="1187570"/>
          </a:xfrm>
        </p:spPr>
        <p:txBody>
          <a:bodyPr anchor="t">
            <a:normAutofit/>
          </a:bodyPr>
          <a:lstStyle/>
          <a:p>
            <a:r>
              <a:rPr lang="en-US" sz="3000" b="1">
                <a:latin typeface="Lucida Bright"/>
              </a:rPr>
              <a:t>Vehicle Selection: 2015 Honda Accord Hybrid</a:t>
            </a:r>
          </a:p>
        </p:txBody>
      </p:sp>
      <p:sp>
        <p:nvSpPr>
          <p:cNvPr id="10" name="Content Placeholder 3">
            <a:extLst>
              <a:ext uri="{FF2B5EF4-FFF2-40B4-BE49-F238E27FC236}">
                <a16:creationId xmlns:a16="http://schemas.microsoft.com/office/drawing/2014/main" id="{1BB6AB6D-2D47-8DEB-45DE-BD9A0C33F8AD}"/>
              </a:ext>
            </a:extLst>
          </p:cNvPr>
          <p:cNvSpPr>
            <a:spLocks noGrp="1"/>
          </p:cNvSpPr>
          <p:nvPr>
            <p:ph sz="half" idx="2"/>
          </p:nvPr>
        </p:nvSpPr>
        <p:spPr>
          <a:xfrm>
            <a:off x="6094445" y="2235261"/>
            <a:ext cx="5089849" cy="3778092"/>
          </a:xfrm>
        </p:spPr>
        <p:txBody>
          <a:bodyPr vert="horz" lIns="91440" tIns="45720" rIns="91440" bIns="45720" rtlCol="0" anchor="t">
            <a:normAutofit fontScale="92500" lnSpcReduction="10000"/>
          </a:bodyPr>
          <a:lstStyle/>
          <a:p>
            <a:pPr marL="0" indent="0">
              <a:buNone/>
            </a:pPr>
            <a:r>
              <a:rPr lang="en-US" sz="1800" b="1">
                <a:solidFill>
                  <a:srgbClr val="000000"/>
                </a:solidFill>
                <a:latin typeface="Lucida Bright"/>
              </a:rPr>
              <a:t>Why the Accord Hybrid?</a:t>
            </a:r>
            <a:br>
              <a:rPr lang="en-US" sz="1800" b="1">
                <a:latin typeface="Lucida Bright"/>
              </a:rPr>
            </a:br>
            <a:r>
              <a:rPr lang="en-US" sz="1800">
                <a:latin typeface="Lucida Bright"/>
              </a:rPr>
              <a:t>The 9th Gen Accord Hybrid represents a standard for mid-size efficiency. It utilizes advanced Atkinson-cycle engine technology and specific aerodynamic enhancements like active grille shutters and flat underbody panels.</a:t>
            </a:r>
          </a:p>
          <a:p>
            <a:pPr marL="0" indent="0">
              <a:buNone/>
            </a:pPr>
            <a:r>
              <a:rPr lang="en-US" sz="1800" b="1">
                <a:latin typeface="Lucida Bright"/>
              </a:rPr>
              <a:t>Weight</a:t>
            </a:r>
            <a:r>
              <a:rPr lang="en-US" sz="1800">
                <a:latin typeface="Lucida Bright"/>
              </a:rPr>
              <a:t>: 3,550 lbs (~1,610 kg)</a:t>
            </a:r>
            <a:br>
              <a:rPr lang="en-US" sz="1800">
                <a:latin typeface="Lucida Bright"/>
              </a:rPr>
            </a:br>
            <a:r>
              <a:rPr lang="en-US" sz="1800" b="1">
                <a:latin typeface="Lucida Bright"/>
              </a:rPr>
              <a:t>Frontal Area:</a:t>
            </a:r>
            <a:r>
              <a:rPr lang="en-US" sz="1800">
                <a:latin typeface="Lucida Bright"/>
              </a:rPr>
              <a:t> ~2.26 m²</a:t>
            </a:r>
            <a:br>
              <a:rPr lang="en-US" sz="1800">
                <a:latin typeface="Lucida Bright"/>
              </a:rPr>
            </a:br>
            <a:r>
              <a:rPr lang="en-US" sz="1800" b="1">
                <a:latin typeface="Lucida Bright"/>
              </a:rPr>
              <a:t>Drag Coefficien</a:t>
            </a:r>
            <a:r>
              <a:rPr lang="en-US" sz="1800">
                <a:latin typeface="Lucida Bright"/>
              </a:rPr>
              <a:t>t: ~0.28</a:t>
            </a:r>
            <a:br>
              <a:rPr lang="en-US" sz="1800">
                <a:latin typeface="Lucida Bright"/>
              </a:rPr>
            </a:br>
            <a:r>
              <a:rPr lang="en-US" sz="1800" b="1">
                <a:latin typeface="Lucida Bright"/>
              </a:rPr>
              <a:t>Drivetrain:</a:t>
            </a:r>
            <a:r>
              <a:rPr lang="en-US" sz="1800">
                <a:latin typeface="Lucida Bright"/>
              </a:rPr>
              <a:t> 2.0L </a:t>
            </a:r>
            <a:r>
              <a:rPr lang="en-US" sz="1800" err="1">
                <a:latin typeface="Lucida Bright"/>
              </a:rPr>
              <a:t>i</a:t>
            </a:r>
            <a:r>
              <a:rPr lang="en-US" sz="1800">
                <a:latin typeface="Lucida Bright"/>
              </a:rPr>
              <a:t>-VTEC + Two-Motor Hybrid System</a:t>
            </a:r>
          </a:p>
        </p:txBody>
      </p:sp>
      <p:sp>
        <p:nvSpPr>
          <p:cNvPr id="12" name="Date Placeholder 4">
            <a:extLst>
              <a:ext uri="{FF2B5EF4-FFF2-40B4-BE49-F238E27FC236}">
                <a16:creationId xmlns:a16="http://schemas.microsoft.com/office/drawing/2014/main" id="{AD4C4086-34EB-0BDE-BA99-638345705E7D}"/>
              </a:ext>
            </a:extLst>
          </p:cNvPr>
          <p:cNvSpPr>
            <a:spLocks noGrp="1"/>
          </p:cNvSpPr>
          <p:nvPr>
            <p:ph type="dt" sz="half" idx="10"/>
          </p:nvPr>
        </p:nvSpPr>
        <p:spPr>
          <a:xfrm>
            <a:off x="912628" y="6356350"/>
            <a:ext cx="2743200" cy="365125"/>
          </a:xfrm>
        </p:spPr>
        <p:txBody>
          <a:bodyPr/>
          <a:lstStyle/>
          <a:p>
            <a:pPr>
              <a:spcAft>
                <a:spcPts val="600"/>
              </a:spcAft>
            </a:pPr>
            <a:fld id="{86327352-4CB7-4064-99A8-093851FD9F80}" type="datetime1">
              <a:pPr>
                <a:spcAft>
                  <a:spcPts val="600"/>
                </a:spcAft>
              </a:pPr>
              <a:t>5/6/2026</a:t>
            </a:fld>
            <a:endParaRPr lang="en-US"/>
          </a:p>
        </p:txBody>
      </p:sp>
      <p:sp>
        <p:nvSpPr>
          <p:cNvPr id="14" name="Footer Placeholder 5">
            <a:extLst>
              <a:ext uri="{FF2B5EF4-FFF2-40B4-BE49-F238E27FC236}">
                <a16:creationId xmlns:a16="http://schemas.microsoft.com/office/drawing/2014/main" id="{5128E605-362E-78CA-543F-711567D0FF33}"/>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6" name="Slide Number Placeholder 6">
            <a:extLst>
              <a:ext uri="{FF2B5EF4-FFF2-40B4-BE49-F238E27FC236}">
                <a16:creationId xmlns:a16="http://schemas.microsoft.com/office/drawing/2014/main" id="{C3859D16-C4AE-C0D3-E86E-21FF57F77DD8}"/>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4</a:t>
            </a:fld>
            <a:endParaRPr lang="en-US"/>
          </a:p>
        </p:txBody>
      </p:sp>
      <p:pic>
        <p:nvPicPr>
          <p:cNvPr id="4" name="Picture 3" descr="2015 Honda Accord Hybrid Touring">
            <a:extLst>
              <a:ext uri="{FF2B5EF4-FFF2-40B4-BE49-F238E27FC236}">
                <a16:creationId xmlns:a16="http://schemas.microsoft.com/office/drawing/2014/main" id="{17AFCB2D-B1DB-BABC-780F-A64F569280D9}"/>
              </a:ext>
            </a:extLst>
          </p:cNvPr>
          <p:cNvPicPr>
            <a:picLocks noChangeAspect="1"/>
          </p:cNvPicPr>
          <p:nvPr/>
        </p:nvPicPr>
        <p:blipFill>
          <a:blip r:embed="rId3"/>
          <a:stretch>
            <a:fillRect/>
          </a:stretch>
        </p:blipFill>
        <p:spPr>
          <a:xfrm>
            <a:off x="916190" y="2235022"/>
            <a:ext cx="5046363" cy="3113976"/>
          </a:xfrm>
          <a:prstGeom prst="rect">
            <a:avLst/>
          </a:prstGeom>
        </p:spPr>
      </p:pic>
    </p:spTree>
    <p:extLst>
      <p:ext uri="{BB962C8B-B14F-4D97-AF65-F5344CB8AC3E}">
        <p14:creationId xmlns:p14="http://schemas.microsoft.com/office/powerpoint/2010/main" val="3202659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FDD18-6BAB-ECCD-8ADF-F698A69530F8}"/>
              </a:ext>
            </a:extLst>
          </p:cNvPr>
          <p:cNvSpPr>
            <a:spLocks noGrp="1"/>
          </p:cNvSpPr>
          <p:nvPr>
            <p:ph type="title"/>
          </p:nvPr>
        </p:nvSpPr>
        <p:spPr/>
        <p:txBody>
          <a:bodyPr>
            <a:normAutofit/>
          </a:bodyPr>
          <a:lstStyle/>
          <a:p>
            <a:r>
              <a:rPr lang="en-US" sz="3000" b="1">
                <a:latin typeface="Lucida Bright"/>
              </a:rPr>
              <a:t>Background: Hybrids vs. Aerodynamics</a:t>
            </a:r>
          </a:p>
        </p:txBody>
      </p:sp>
      <p:pic>
        <p:nvPicPr>
          <p:cNvPr id="5" name="Content Placeholder 4" descr="image.png">
            <a:extLst>
              <a:ext uri="{FF2B5EF4-FFF2-40B4-BE49-F238E27FC236}">
                <a16:creationId xmlns:a16="http://schemas.microsoft.com/office/drawing/2014/main" id="{B9732459-8A16-E522-0C31-8D99DD7345A2}"/>
              </a:ext>
            </a:extLst>
          </p:cNvPr>
          <p:cNvPicPr>
            <a:picLocks noGrp="1" noChangeAspect="1"/>
          </p:cNvPicPr>
          <p:nvPr>
            <p:ph idx="1"/>
          </p:nvPr>
        </p:nvPicPr>
        <p:blipFill>
          <a:blip r:embed="rId3"/>
          <a:stretch>
            <a:fillRect/>
          </a:stretch>
        </p:blipFill>
        <p:spPr>
          <a:xfrm>
            <a:off x="813025" y="2364939"/>
            <a:ext cx="566640" cy="653142"/>
          </a:xfrm>
          <a:prstGeom prst="rect">
            <a:avLst/>
          </a:prstGeom>
        </p:spPr>
      </p:pic>
      <p:pic>
        <p:nvPicPr>
          <p:cNvPr id="6" name="Picture 5" descr="image.png">
            <a:extLst>
              <a:ext uri="{FF2B5EF4-FFF2-40B4-BE49-F238E27FC236}">
                <a16:creationId xmlns:a16="http://schemas.microsoft.com/office/drawing/2014/main" id="{D5BD12F7-3E60-7C8C-3CB8-844ABDA16BAB}"/>
              </a:ext>
            </a:extLst>
          </p:cNvPr>
          <p:cNvPicPr>
            <a:picLocks noChangeAspect="1"/>
          </p:cNvPicPr>
          <p:nvPr/>
        </p:nvPicPr>
        <p:blipFill>
          <a:blip r:embed="rId4"/>
          <a:stretch>
            <a:fillRect/>
          </a:stretch>
        </p:blipFill>
        <p:spPr>
          <a:xfrm>
            <a:off x="4474806" y="2398745"/>
            <a:ext cx="629816" cy="629816"/>
          </a:xfrm>
          <a:prstGeom prst="rect">
            <a:avLst/>
          </a:prstGeom>
        </p:spPr>
      </p:pic>
      <p:pic>
        <p:nvPicPr>
          <p:cNvPr id="7" name="Picture 6" descr="image.png">
            <a:extLst>
              <a:ext uri="{FF2B5EF4-FFF2-40B4-BE49-F238E27FC236}">
                <a16:creationId xmlns:a16="http://schemas.microsoft.com/office/drawing/2014/main" id="{9F89B0DA-C834-B453-E4EE-C201851E90A4}"/>
              </a:ext>
            </a:extLst>
          </p:cNvPr>
          <p:cNvPicPr>
            <a:picLocks noChangeAspect="1"/>
          </p:cNvPicPr>
          <p:nvPr/>
        </p:nvPicPr>
        <p:blipFill>
          <a:blip r:embed="rId5"/>
          <a:stretch>
            <a:fillRect/>
          </a:stretch>
        </p:blipFill>
        <p:spPr>
          <a:xfrm>
            <a:off x="8191500" y="2367643"/>
            <a:ext cx="637591" cy="614265"/>
          </a:xfrm>
          <a:prstGeom prst="rect">
            <a:avLst/>
          </a:prstGeom>
        </p:spPr>
      </p:pic>
      <p:sp>
        <p:nvSpPr>
          <p:cNvPr id="8" name="TextBox 7">
            <a:extLst>
              <a:ext uri="{FF2B5EF4-FFF2-40B4-BE49-F238E27FC236}">
                <a16:creationId xmlns:a16="http://schemas.microsoft.com/office/drawing/2014/main" id="{E8B35AAF-9ED5-89B1-3B80-6F408646E589}"/>
              </a:ext>
            </a:extLst>
          </p:cNvPr>
          <p:cNvSpPr txBox="1"/>
          <p:nvPr/>
        </p:nvSpPr>
        <p:spPr>
          <a:xfrm>
            <a:off x="816428" y="3156857"/>
            <a:ext cx="300134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Lucida Bright"/>
                <a:ea typeface="+mn-lt"/>
                <a:cs typeface="+mn-lt"/>
              </a:rPr>
              <a:t>Regen Braking</a:t>
            </a:r>
            <a:br>
              <a:rPr lang="en-US">
                <a:latin typeface="Lucida Bright"/>
                <a:ea typeface="+mn-lt"/>
                <a:cs typeface="+mn-lt"/>
              </a:rPr>
            </a:br>
            <a:r>
              <a:rPr lang="en-US">
                <a:latin typeface="Lucida Bright"/>
                <a:ea typeface="+mn-lt"/>
                <a:cs typeface="+mn-lt"/>
              </a:rPr>
              <a:t>Hybrid systems mitigate the energy loss of high vehicle mass during stop-and-go city driving via regeneration.</a:t>
            </a:r>
            <a:endParaRPr lang="en-US">
              <a:latin typeface="Lucida Bright"/>
            </a:endParaRPr>
          </a:p>
        </p:txBody>
      </p:sp>
      <p:sp>
        <p:nvSpPr>
          <p:cNvPr id="9" name="TextBox 8">
            <a:extLst>
              <a:ext uri="{FF2B5EF4-FFF2-40B4-BE49-F238E27FC236}">
                <a16:creationId xmlns:a16="http://schemas.microsoft.com/office/drawing/2014/main" id="{36562A68-4FD9-931F-4D9F-641B911A0ED7}"/>
              </a:ext>
            </a:extLst>
          </p:cNvPr>
          <p:cNvSpPr txBox="1"/>
          <p:nvPr/>
        </p:nvSpPr>
        <p:spPr>
          <a:xfrm>
            <a:off x="4470919" y="3156856"/>
            <a:ext cx="301689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Lucida Bright"/>
              </a:rPr>
              <a:t>Aerodynamic Cap</a:t>
            </a:r>
          </a:p>
          <a:p>
            <a:r>
              <a:rPr lang="en-US">
                <a:latin typeface="Lucida Bright"/>
                <a:ea typeface="+mn-lt"/>
                <a:cs typeface="+mn-lt"/>
              </a:rPr>
              <a:t>Regeneration cannot recover energy lost to air friction. Thus, as the powertrain becomes more efficient, drag becomes the ultimate efficiency cap.</a:t>
            </a:r>
            <a:endParaRPr lang="en-US">
              <a:latin typeface="Grandview Display"/>
            </a:endParaRPr>
          </a:p>
        </p:txBody>
      </p:sp>
      <p:sp>
        <p:nvSpPr>
          <p:cNvPr id="10" name="TextBox 9">
            <a:extLst>
              <a:ext uri="{FF2B5EF4-FFF2-40B4-BE49-F238E27FC236}">
                <a16:creationId xmlns:a16="http://schemas.microsoft.com/office/drawing/2014/main" id="{54EE50D6-6707-E3FF-0614-D671ED2CD444}"/>
              </a:ext>
            </a:extLst>
          </p:cNvPr>
          <p:cNvSpPr txBox="1"/>
          <p:nvPr/>
        </p:nvSpPr>
        <p:spPr>
          <a:xfrm>
            <a:off x="8187613" y="3156857"/>
            <a:ext cx="329681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Lucida Bright"/>
                <a:ea typeface="+mn-lt"/>
                <a:cs typeface="+mn-lt"/>
              </a:rPr>
              <a:t>Steady-State</a:t>
            </a:r>
          </a:p>
          <a:p>
            <a:r>
              <a:rPr lang="en-US">
                <a:latin typeface="Lucida Bright"/>
                <a:ea typeface="+mn-lt"/>
                <a:cs typeface="+mn-lt"/>
              </a:rPr>
              <a:t>On highways, the battery buffer is less relevant. The engine must fight a constant "wind wall," making C</a:t>
            </a:r>
            <a:r>
              <a:rPr lang="en-US" sz="1200">
                <a:latin typeface="Lucida Bright"/>
                <a:ea typeface="+mn-lt"/>
                <a:cs typeface="+mn-lt"/>
              </a:rPr>
              <a:t>d</a:t>
            </a:r>
            <a:r>
              <a:rPr lang="en-US">
                <a:latin typeface="Lucida Bright"/>
                <a:ea typeface="+mn-lt"/>
                <a:cs typeface="+mn-lt"/>
              </a:rPr>
              <a:t> the critical variable.</a:t>
            </a:r>
            <a:endParaRPr lang="en-US">
              <a:latin typeface="Lucida Bright"/>
            </a:endParaRPr>
          </a:p>
        </p:txBody>
      </p:sp>
      <p:sp>
        <p:nvSpPr>
          <p:cNvPr id="11" name="Rectangle 10">
            <a:extLst>
              <a:ext uri="{FF2B5EF4-FFF2-40B4-BE49-F238E27FC236}">
                <a16:creationId xmlns:a16="http://schemas.microsoft.com/office/drawing/2014/main" id="{69FD433E-A3CD-9CA2-D191-D24B4679A418}"/>
              </a:ext>
            </a:extLst>
          </p:cNvPr>
          <p:cNvSpPr/>
          <p:nvPr/>
        </p:nvSpPr>
        <p:spPr>
          <a:xfrm>
            <a:off x="684245" y="2192694"/>
            <a:ext cx="3304590" cy="3467876"/>
          </a:xfrm>
          <a:prstGeom prst="rect">
            <a:avLst/>
          </a:prstGeom>
          <a:no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E4ADA70-5B1F-3133-6663-B2F68951072B}"/>
              </a:ext>
            </a:extLst>
          </p:cNvPr>
          <p:cNvSpPr/>
          <p:nvPr/>
        </p:nvSpPr>
        <p:spPr>
          <a:xfrm>
            <a:off x="4268755" y="2200468"/>
            <a:ext cx="3467876" cy="3475652"/>
          </a:xfrm>
          <a:prstGeom prst="rect">
            <a:avLst/>
          </a:prstGeom>
          <a:no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B11374B-C63D-D9BA-4C52-57EDFBA49E01}"/>
              </a:ext>
            </a:extLst>
          </p:cNvPr>
          <p:cNvSpPr/>
          <p:nvPr/>
        </p:nvSpPr>
        <p:spPr>
          <a:xfrm>
            <a:off x="8016552" y="2192693"/>
            <a:ext cx="3491202" cy="3475653"/>
          </a:xfrm>
          <a:prstGeom prst="rect">
            <a:avLst/>
          </a:prstGeom>
          <a:no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5580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C305A025-4B4F-B2B7-D4EC-2E37096389AD}"/>
              </a:ext>
            </a:extLst>
          </p:cNvPr>
          <p:cNvSpPr>
            <a:spLocks noGrp="1"/>
          </p:cNvSpPr>
          <p:nvPr/>
        </p:nvSpPr>
        <p:spPr>
          <a:xfrm>
            <a:off x="912628" y="1463038"/>
            <a:ext cx="3859397" cy="1471548"/>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3200" kern="1200">
                <a:solidFill>
                  <a:schemeClr val="tx1"/>
                </a:solidFill>
                <a:latin typeface="+mj-lt"/>
                <a:ea typeface="+mj-ea"/>
                <a:cs typeface="+mj-cs"/>
              </a:defRPr>
            </a:lvl1pPr>
          </a:lstStyle>
          <a:p>
            <a:pPr>
              <a:spcAft>
                <a:spcPts val="600"/>
              </a:spcAft>
            </a:pPr>
            <a:r>
              <a:rPr lang="en-US" sz="3600" b="1" kern="1200">
                <a:latin typeface="Lucida Bright"/>
              </a:rPr>
              <a:t>Part II: Project Scope</a:t>
            </a:r>
            <a:endParaRPr lang="en-US" sz="3600" kern="1200">
              <a:latin typeface="Lucida Bright"/>
            </a:endParaRPr>
          </a:p>
        </p:txBody>
      </p:sp>
      <p:pic>
        <p:nvPicPr>
          <p:cNvPr id="8" name="Picture 7" descr="A car with blue lines around it&#10;&#10;AI-generated content may be incorrect.">
            <a:extLst>
              <a:ext uri="{FF2B5EF4-FFF2-40B4-BE49-F238E27FC236}">
                <a16:creationId xmlns:a16="http://schemas.microsoft.com/office/drawing/2014/main" id="{2892A875-7C95-45C4-F191-E0474F929A4C}"/>
              </a:ext>
            </a:extLst>
          </p:cNvPr>
          <p:cNvPicPr>
            <a:picLocks noChangeAspect="1"/>
          </p:cNvPicPr>
          <p:nvPr/>
        </p:nvPicPr>
        <p:blipFill>
          <a:blip r:embed="rId2"/>
          <a:srcRect l="2731" r="28248"/>
          <a:stretch>
            <a:fillRect/>
          </a:stretch>
        </p:blipFill>
        <p:spPr>
          <a:xfrm>
            <a:off x="5183188" y="987425"/>
            <a:ext cx="6172200" cy="4873625"/>
          </a:xfrm>
          <a:prstGeom prst="rect">
            <a:avLst/>
          </a:prstGeom>
          <a:noFill/>
        </p:spPr>
      </p:pic>
      <p:sp>
        <p:nvSpPr>
          <p:cNvPr id="16" name="Content Placeholder 2">
            <a:extLst>
              <a:ext uri="{FF2B5EF4-FFF2-40B4-BE49-F238E27FC236}">
                <a16:creationId xmlns:a16="http://schemas.microsoft.com/office/drawing/2014/main" id="{3F80A198-A8F0-FF41-2E84-0A957C31CD10}"/>
              </a:ext>
            </a:extLst>
          </p:cNvPr>
          <p:cNvSpPr>
            <a:spLocks noGrp="1"/>
          </p:cNvSpPr>
          <p:nvPr/>
        </p:nvSpPr>
        <p:spPr>
          <a:xfrm>
            <a:off x="912628" y="2934586"/>
            <a:ext cx="3859397" cy="674677"/>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SzPct val="87000"/>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120000"/>
              </a:lnSpc>
              <a:spcBef>
                <a:spcPts val="500"/>
              </a:spcBef>
              <a:buSzPct val="87000"/>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120000"/>
              </a:lnSpc>
              <a:spcBef>
                <a:spcPts val="500"/>
              </a:spcBef>
              <a:buSzPct val="87000"/>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120000"/>
              </a:lnSpc>
              <a:spcBef>
                <a:spcPts val="500"/>
              </a:spcBef>
              <a:buSzPct val="87000"/>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120000"/>
              </a:lnSpc>
              <a:spcBef>
                <a:spcPts val="500"/>
              </a:spcBef>
              <a:buSzPct val="87000"/>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b="0" kern="1200">
                <a:latin typeface="Lucida Bright"/>
              </a:rPr>
              <a:t>Defining Objectives, Parameters, and Methodology</a:t>
            </a:r>
            <a:endParaRPr lang="en-US" kern="1200">
              <a:latin typeface="Lucida Bright"/>
            </a:endParaRPr>
          </a:p>
        </p:txBody>
      </p:sp>
      <p:sp>
        <p:nvSpPr>
          <p:cNvPr id="4" name="Date Placeholder 3">
            <a:extLst>
              <a:ext uri="{FF2B5EF4-FFF2-40B4-BE49-F238E27FC236}">
                <a16:creationId xmlns:a16="http://schemas.microsoft.com/office/drawing/2014/main" id="{AEFCFD34-0B1A-DD4A-AC15-EE8132EB39FA}"/>
              </a:ext>
            </a:extLst>
          </p:cNvPr>
          <p:cNvSpPr>
            <a:spLocks noGrp="1"/>
          </p:cNvSpPr>
          <p:nvPr>
            <p:ph type="dt" sz="half" idx="10"/>
          </p:nvPr>
        </p:nvSpPr>
        <p:spPr>
          <a:xfrm>
            <a:off x="912628" y="6356350"/>
            <a:ext cx="2743200" cy="365125"/>
          </a:xfrm>
        </p:spPr>
        <p:txBody>
          <a:bodyPr vert="horz" lIns="91440" tIns="45720" rIns="91440" bIns="45720" rtlCol="0" anchor="ctr">
            <a:normAutofit/>
          </a:bodyPr>
          <a:lstStyle/>
          <a:p>
            <a:pPr>
              <a:spcAft>
                <a:spcPts val="600"/>
              </a:spcAft>
            </a:pPr>
            <a:fld id="{21B146BF-25D9-4548-9780-8C2850E5B019}" type="datetime1">
              <a:rPr lang="en-US"/>
              <a:pPr>
                <a:spcAft>
                  <a:spcPts val="600"/>
                </a:spcAft>
              </a:pPr>
              <a:t>5/6/2026</a:t>
            </a:fld>
            <a:endParaRPr lang="en-US"/>
          </a:p>
        </p:txBody>
      </p:sp>
      <p:sp>
        <p:nvSpPr>
          <p:cNvPr id="5" name="Footer Placeholder 4">
            <a:extLst>
              <a:ext uri="{FF2B5EF4-FFF2-40B4-BE49-F238E27FC236}">
                <a16:creationId xmlns:a16="http://schemas.microsoft.com/office/drawing/2014/main" id="{C21CDA9D-4762-AA8A-FF55-8CABF1F7EBB3}"/>
              </a:ext>
            </a:extLst>
          </p:cNvPr>
          <p:cNvSpPr>
            <a:spLocks noGrp="1"/>
          </p:cNvSpPr>
          <p:nvPr>
            <p:ph type="ftr" sz="quarter" idx="11"/>
          </p:nvPr>
        </p:nvSpPr>
        <p:spPr>
          <a:xfrm>
            <a:off x="6767622" y="6356350"/>
            <a:ext cx="4040373" cy="365125"/>
          </a:xfrm>
        </p:spPr>
        <p:txBody>
          <a:bodyPr vert="horz" lIns="91440" tIns="45720" rIns="91440" bIns="45720" rtlCol="0" anchor="ctr">
            <a:normAutofit/>
          </a:bodyPr>
          <a:lstStyle/>
          <a:p>
            <a:pPr>
              <a:lnSpc>
                <a:spcPct val="90000"/>
              </a:lnSpc>
              <a:spcAft>
                <a:spcPts val="600"/>
              </a:spcAft>
            </a:pPr>
            <a:r>
              <a:rPr lang="en-US" sz="700" b="1" kern="1200" cap="all" spc="300" baseline="0">
                <a:latin typeface="+mn-lt"/>
                <a:ea typeface="+mn-ea"/>
                <a:cs typeface="+mn-cs"/>
              </a:rPr>
              <a:t>
              </a:t>
            </a:r>
          </a:p>
        </p:txBody>
      </p:sp>
      <p:sp>
        <p:nvSpPr>
          <p:cNvPr id="6" name="Slide Number Placeholder 5">
            <a:extLst>
              <a:ext uri="{FF2B5EF4-FFF2-40B4-BE49-F238E27FC236}">
                <a16:creationId xmlns:a16="http://schemas.microsoft.com/office/drawing/2014/main" id="{5C109413-28C7-C324-70DA-69BF2904EBEF}"/>
              </a:ext>
            </a:extLst>
          </p:cNvPr>
          <p:cNvSpPr>
            <a:spLocks noGrp="1"/>
          </p:cNvSpPr>
          <p:nvPr>
            <p:ph type="sldNum" sz="quarter" idx="12"/>
          </p:nvPr>
        </p:nvSpPr>
        <p:spPr>
          <a:xfrm>
            <a:off x="10807995" y="6356350"/>
            <a:ext cx="723014" cy="365125"/>
          </a:xfrm>
        </p:spPr>
        <p:txBody>
          <a:bodyPr vert="horz" lIns="91440" tIns="45720" rIns="91440" bIns="45720" rtlCol="0" anchor="ctr">
            <a:normAutofit/>
          </a:bodyPr>
          <a:lstStyle/>
          <a:p>
            <a:pPr>
              <a:spcAft>
                <a:spcPts val="600"/>
              </a:spcAft>
            </a:pPr>
            <a:fld id="{70C12960-6E85-460F-B6E3-5B82CB31AF3D}" type="slidenum">
              <a:rPr lang="en-US" dirty="0"/>
              <a:pPr>
                <a:spcAft>
                  <a:spcPts val="600"/>
                </a:spcAft>
              </a:pPr>
              <a:t>6</a:t>
            </a:fld>
            <a:endParaRPr lang="en-US"/>
          </a:p>
        </p:txBody>
      </p:sp>
    </p:spTree>
    <p:extLst>
      <p:ext uri="{BB962C8B-B14F-4D97-AF65-F5344CB8AC3E}">
        <p14:creationId xmlns:p14="http://schemas.microsoft.com/office/powerpoint/2010/main" val="2567853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8C1BB-C859-5930-F405-D34044C12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1DB70-6A2D-D476-44BB-AC159A84F683}"/>
              </a:ext>
            </a:extLst>
          </p:cNvPr>
          <p:cNvSpPr>
            <a:spLocks noGrp="1"/>
          </p:cNvSpPr>
          <p:nvPr>
            <p:ph type="title"/>
          </p:nvPr>
        </p:nvSpPr>
        <p:spPr>
          <a:xfrm>
            <a:off x="914400" y="1371601"/>
            <a:ext cx="10363200" cy="727743"/>
          </a:xfrm>
        </p:spPr>
        <p:txBody>
          <a:bodyPr>
            <a:normAutofit/>
          </a:bodyPr>
          <a:lstStyle/>
          <a:p>
            <a:r>
              <a:rPr lang="en-US" sz="3000" b="1">
                <a:latin typeface="Lucida Bright"/>
              </a:rPr>
              <a:t>Scope: Research Objectives</a:t>
            </a:r>
            <a:endParaRPr lang="en-US"/>
          </a:p>
        </p:txBody>
      </p:sp>
      <p:sp>
        <p:nvSpPr>
          <p:cNvPr id="8" name="TextBox 7">
            <a:extLst>
              <a:ext uri="{FF2B5EF4-FFF2-40B4-BE49-F238E27FC236}">
                <a16:creationId xmlns:a16="http://schemas.microsoft.com/office/drawing/2014/main" id="{14FE129A-717B-4F7F-0538-A17EE6ED5321}"/>
              </a:ext>
            </a:extLst>
          </p:cNvPr>
          <p:cNvSpPr txBox="1"/>
          <p:nvPr/>
        </p:nvSpPr>
        <p:spPr>
          <a:xfrm>
            <a:off x="816428" y="3156857"/>
            <a:ext cx="300134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Lucida Bright"/>
                <a:ea typeface="+mn-lt"/>
                <a:cs typeface="+mn-lt"/>
              </a:rPr>
              <a:t>Sensitivity Analysis</a:t>
            </a:r>
            <a:br>
              <a:rPr lang="en-US">
                <a:latin typeface="Lucida Bright"/>
                <a:ea typeface="+mn-lt"/>
                <a:cs typeface="+mn-lt"/>
              </a:rPr>
            </a:br>
            <a:r>
              <a:rPr lang="en-US">
                <a:latin typeface="Lucida Bright"/>
                <a:ea typeface="+mn-lt"/>
                <a:cs typeface="+mn-lt"/>
              </a:rPr>
              <a:t>Quantify</a:t>
            </a:r>
            <a:r>
              <a:rPr lang="en-US">
                <a:solidFill>
                  <a:srgbClr val="000000"/>
                </a:solidFill>
                <a:latin typeface="Lucida Bright"/>
                <a:ea typeface="+mn-lt"/>
                <a:cs typeface="+mn-lt"/>
              </a:rPr>
              <a:t> how precise increments in C</a:t>
            </a:r>
            <a:r>
              <a:rPr lang="en-US" sz="1200">
                <a:solidFill>
                  <a:srgbClr val="000000"/>
                </a:solidFill>
                <a:latin typeface="Lucida Bright"/>
                <a:ea typeface="+mn-lt"/>
                <a:cs typeface="+mn-lt"/>
              </a:rPr>
              <a:t>d</a:t>
            </a:r>
            <a:r>
              <a:rPr lang="en-US">
                <a:solidFill>
                  <a:srgbClr val="000000"/>
                </a:solidFill>
                <a:latin typeface="Lucida Bright"/>
                <a:ea typeface="+mn-lt"/>
                <a:cs typeface="+mn-lt"/>
              </a:rPr>
              <a:t> (drag coefficient) correlate with MPG reductions in the US06 cycle.</a:t>
            </a:r>
          </a:p>
        </p:txBody>
      </p:sp>
      <p:sp>
        <p:nvSpPr>
          <p:cNvPr id="9" name="TextBox 8">
            <a:extLst>
              <a:ext uri="{FF2B5EF4-FFF2-40B4-BE49-F238E27FC236}">
                <a16:creationId xmlns:a16="http://schemas.microsoft.com/office/drawing/2014/main" id="{36A6EECA-475D-8635-9850-E24A2ACD57DC}"/>
              </a:ext>
            </a:extLst>
          </p:cNvPr>
          <p:cNvSpPr txBox="1"/>
          <p:nvPr/>
        </p:nvSpPr>
        <p:spPr>
          <a:xfrm>
            <a:off x="4470919" y="3156856"/>
            <a:ext cx="301689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Lucida Bright"/>
              </a:rPr>
              <a:t>Technical Modelling</a:t>
            </a:r>
          </a:p>
          <a:p>
            <a:r>
              <a:rPr lang="en-US" err="1">
                <a:latin typeface="Lucida Bright"/>
                <a:ea typeface="+mn-lt"/>
                <a:cs typeface="+mn-lt"/>
              </a:rPr>
              <a:t>ReBuild</a:t>
            </a:r>
            <a:r>
              <a:rPr lang="en-US">
                <a:latin typeface="Lucida Bright"/>
                <a:ea typeface="+mn-lt"/>
                <a:cs typeface="+mn-lt"/>
              </a:rPr>
              <a:t> a high-fidelity Excel model simulating the 2015 Accord's tractive effort requirements at 1Hz frequency.</a:t>
            </a:r>
            <a:endParaRPr lang="en-US">
              <a:latin typeface="Grandview Display"/>
            </a:endParaRPr>
          </a:p>
        </p:txBody>
      </p:sp>
      <p:sp>
        <p:nvSpPr>
          <p:cNvPr id="10" name="TextBox 9">
            <a:extLst>
              <a:ext uri="{FF2B5EF4-FFF2-40B4-BE49-F238E27FC236}">
                <a16:creationId xmlns:a16="http://schemas.microsoft.com/office/drawing/2014/main" id="{098C4E7A-3B38-CB7E-390C-64E87178D650}"/>
              </a:ext>
            </a:extLst>
          </p:cNvPr>
          <p:cNvSpPr txBox="1"/>
          <p:nvPr/>
        </p:nvSpPr>
        <p:spPr>
          <a:xfrm>
            <a:off x="8187613" y="3156857"/>
            <a:ext cx="329681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Lucida Bright"/>
                <a:ea typeface="+mn-lt"/>
                <a:cs typeface="+mn-lt"/>
              </a:rPr>
              <a:t>Energy Attribution</a:t>
            </a:r>
          </a:p>
          <a:p>
            <a:r>
              <a:rPr lang="en-US">
                <a:solidFill>
                  <a:srgbClr val="000000"/>
                </a:solidFill>
                <a:latin typeface="Lucida Bright"/>
                <a:ea typeface="+mn-lt"/>
                <a:cs typeface="+mn-lt"/>
              </a:rPr>
              <a:t>Analyze the percentage contribution of drag vs. overall road load at different speeds (30 MPH vs. 70 MPH).</a:t>
            </a:r>
            <a:endParaRPr lang="en-US"/>
          </a:p>
        </p:txBody>
      </p:sp>
      <p:sp>
        <p:nvSpPr>
          <p:cNvPr id="11" name="Rectangle 10">
            <a:extLst>
              <a:ext uri="{FF2B5EF4-FFF2-40B4-BE49-F238E27FC236}">
                <a16:creationId xmlns:a16="http://schemas.microsoft.com/office/drawing/2014/main" id="{00E5F3C0-3A27-EB94-EA37-9A1B00BE069F}"/>
              </a:ext>
            </a:extLst>
          </p:cNvPr>
          <p:cNvSpPr/>
          <p:nvPr/>
        </p:nvSpPr>
        <p:spPr>
          <a:xfrm>
            <a:off x="684245" y="2192694"/>
            <a:ext cx="3304590" cy="3467876"/>
          </a:xfrm>
          <a:prstGeom prst="rect">
            <a:avLst/>
          </a:prstGeom>
          <a:no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49347E8-A80E-1862-6332-009EA40FD7A2}"/>
              </a:ext>
            </a:extLst>
          </p:cNvPr>
          <p:cNvSpPr/>
          <p:nvPr/>
        </p:nvSpPr>
        <p:spPr>
          <a:xfrm>
            <a:off x="4268755" y="2200468"/>
            <a:ext cx="3467876" cy="3475652"/>
          </a:xfrm>
          <a:prstGeom prst="rect">
            <a:avLst/>
          </a:prstGeom>
          <a:no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6FFB11-9CCB-6036-9540-A517ADE56E5B}"/>
              </a:ext>
            </a:extLst>
          </p:cNvPr>
          <p:cNvSpPr/>
          <p:nvPr/>
        </p:nvSpPr>
        <p:spPr>
          <a:xfrm>
            <a:off x="8016552" y="2192693"/>
            <a:ext cx="3491202" cy="3475653"/>
          </a:xfrm>
          <a:prstGeom prst="rect">
            <a:avLst/>
          </a:prstGeom>
          <a:no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image.png">
            <a:extLst>
              <a:ext uri="{FF2B5EF4-FFF2-40B4-BE49-F238E27FC236}">
                <a16:creationId xmlns:a16="http://schemas.microsoft.com/office/drawing/2014/main" id="{46C307BA-30B9-09A5-A3D2-282A7BD50548}"/>
              </a:ext>
            </a:extLst>
          </p:cNvPr>
          <p:cNvPicPr>
            <a:picLocks noChangeAspect="1"/>
          </p:cNvPicPr>
          <p:nvPr/>
        </p:nvPicPr>
        <p:blipFill>
          <a:blip r:embed="rId3"/>
          <a:stretch>
            <a:fillRect/>
          </a:stretch>
        </p:blipFill>
        <p:spPr>
          <a:xfrm>
            <a:off x="814552" y="2443656"/>
            <a:ext cx="499241" cy="538654"/>
          </a:xfrm>
          <a:prstGeom prst="rect">
            <a:avLst/>
          </a:prstGeom>
        </p:spPr>
      </p:pic>
      <p:pic>
        <p:nvPicPr>
          <p:cNvPr id="15" name="Picture 14" descr="image.png">
            <a:extLst>
              <a:ext uri="{FF2B5EF4-FFF2-40B4-BE49-F238E27FC236}">
                <a16:creationId xmlns:a16="http://schemas.microsoft.com/office/drawing/2014/main" id="{5868EA80-D6F8-7D2B-E2B5-E96DB6F34ACE}"/>
              </a:ext>
            </a:extLst>
          </p:cNvPr>
          <p:cNvPicPr>
            <a:picLocks noChangeAspect="1"/>
          </p:cNvPicPr>
          <p:nvPr/>
        </p:nvPicPr>
        <p:blipFill>
          <a:blip r:embed="rId4"/>
          <a:stretch>
            <a:fillRect/>
          </a:stretch>
        </p:blipFill>
        <p:spPr>
          <a:xfrm>
            <a:off x="4473466" y="2417379"/>
            <a:ext cx="499240" cy="564930"/>
          </a:xfrm>
          <a:prstGeom prst="rect">
            <a:avLst/>
          </a:prstGeom>
        </p:spPr>
      </p:pic>
      <p:pic>
        <p:nvPicPr>
          <p:cNvPr id="16" name="Picture 15" descr="image.png">
            <a:extLst>
              <a:ext uri="{FF2B5EF4-FFF2-40B4-BE49-F238E27FC236}">
                <a16:creationId xmlns:a16="http://schemas.microsoft.com/office/drawing/2014/main" id="{2E410402-C547-6958-B178-D903EC1F6BEE}"/>
              </a:ext>
            </a:extLst>
          </p:cNvPr>
          <p:cNvPicPr>
            <a:picLocks noChangeAspect="1"/>
          </p:cNvPicPr>
          <p:nvPr/>
        </p:nvPicPr>
        <p:blipFill>
          <a:blip r:embed="rId5"/>
          <a:stretch>
            <a:fillRect/>
          </a:stretch>
        </p:blipFill>
        <p:spPr>
          <a:xfrm>
            <a:off x="8187395" y="2423949"/>
            <a:ext cx="599418" cy="558361"/>
          </a:xfrm>
          <a:prstGeom prst="rect">
            <a:avLst/>
          </a:prstGeom>
        </p:spPr>
      </p:pic>
    </p:spTree>
    <p:extLst>
      <p:ext uri="{BB962C8B-B14F-4D97-AF65-F5344CB8AC3E}">
        <p14:creationId xmlns:p14="http://schemas.microsoft.com/office/powerpoint/2010/main" val="2922807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3A38B-FD46-1758-4316-74BDE98639D4}"/>
              </a:ext>
            </a:extLst>
          </p:cNvPr>
          <p:cNvSpPr>
            <a:spLocks noGrp="1"/>
          </p:cNvSpPr>
          <p:nvPr>
            <p:ph type="title"/>
          </p:nvPr>
        </p:nvSpPr>
        <p:spPr>
          <a:xfrm>
            <a:off x="914400" y="1371601"/>
            <a:ext cx="10363200" cy="957657"/>
          </a:xfrm>
        </p:spPr>
        <p:txBody>
          <a:bodyPr vert="horz" lIns="91440" tIns="45720" rIns="91440" bIns="45720" rtlCol="0" anchor="t">
            <a:noAutofit/>
          </a:bodyPr>
          <a:lstStyle/>
          <a:p>
            <a:r>
              <a:rPr lang="en-US" sz="3000" b="1">
                <a:solidFill>
                  <a:srgbClr val="000000"/>
                </a:solidFill>
                <a:latin typeface="Lucida Bright"/>
              </a:rPr>
              <a:t>Scope: Variable Parameters (C</a:t>
            </a:r>
            <a:r>
              <a:rPr lang="en-US" sz="1800" b="1">
                <a:solidFill>
                  <a:srgbClr val="000000"/>
                </a:solidFill>
                <a:latin typeface="Lucida Bright"/>
              </a:rPr>
              <a:t>d</a:t>
            </a:r>
            <a:r>
              <a:rPr lang="en-US" sz="3000" b="1">
                <a:solidFill>
                  <a:srgbClr val="000000"/>
                </a:solidFill>
                <a:latin typeface="Lucida Bright"/>
              </a:rPr>
              <a:t>)</a:t>
            </a:r>
            <a:endParaRPr lang="en-US"/>
          </a:p>
        </p:txBody>
      </p:sp>
      <p:sp>
        <p:nvSpPr>
          <p:cNvPr id="4" name="Content Placeholder 3">
            <a:extLst>
              <a:ext uri="{FF2B5EF4-FFF2-40B4-BE49-F238E27FC236}">
                <a16:creationId xmlns:a16="http://schemas.microsoft.com/office/drawing/2014/main" id="{449BBE02-BF1B-31C7-9586-AC511CECFA2A}"/>
              </a:ext>
            </a:extLst>
          </p:cNvPr>
          <p:cNvSpPr>
            <a:spLocks noGrp="1"/>
          </p:cNvSpPr>
          <p:nvPr>
            <p:ph idx="1"/>
          </p:nvPr>
        </p:nvSpPr>
        <p:spPr>
          <a:xfrm>
            <a:off x="6217296" y="2559171"/>
            <a:ext cx="5060303" cy="2660072"/>
          </a:xfrm>
          <a:ln>
            <a:solidFill>
              <a:schemeClr val="tx1"/>
            </a:solidFill>
          </a:ln>
        </p:spPr>
        <p:txBody>
          <a:bodyPr vert="horz" lIns="91440" tIns="45720" rIns="91440" bIns="45720" rtlCol="0" anchor="t">
            <a:normAutofit/>
          </a:bodyPr>
          <a:lstStyle/>
          <a:p>
            <a:pPr marL="0" indent="0">
              <a:buNone/>
            </a:pPr>
            <a:r>
              <a:rPr lang="en-US" sz="1600" b="1">
                <a:latin typeface="Lucida Bright"/>
              </a:rPr>
              <a:t>Testing Scenarios</a:t>
            </a:r>
          </a:p>
          <a:p>
            <a:r>
              <a:rPr lang="en-US" sz="1500" b="1">
                <a:latin typeface="Lucida Bright"/>
              </a:rPr>
              <a:t>Ultra-Aero (0.20):</a:t>
            </a:r>
            <a:r>
              <a:rPr lang="en-US" sz="1500">
                <a:latin typeface="Lucida Bright"/>
              </a:rPr>
              <a:t> Simulating mods like fender skirts or boat tails. Most aerodynamic design.</a:t>
            </a:r>
          </a:p>
          <a:p>
            <a:r>
              <a:rPr lang="en-US" sz="1500" b="1">
                <a:latin typeface="Lucida Bright"/>
              </a:rPr>
              <a:t>Baseline (0.28):</a:t>
            </a:r>
            <a:r>
              <a:rPr lang="en-US" sz="1500">
                <a:latin typeface="Lucida Bright"/>
              </a:rPr>
              <a:t> The standard factory 2015 Honda Accord Hybrid. General standard for modern sedans.</a:t>
            </a:r>
          </a:p>
          <a:p>
            <a:r>
              <a:rPr lang="en-US" sz="1500" b="1">
                <a:latin typeface="Lucida Bright"/>
              </a:rPr>
              <a:t>Degraded (0.35):</a:t>
            </a:r>
            <a:r>
              <a:rPr lang="en-US" sz="1500">
                <a:latin typeface="Lucida Bright"/>
              </a:rPr>
              <a:t> Simulating roof racks, windows down, or high-drag tires. </a:t>
            </a:r>
          </a:p>
        </p:txBody>
      </p:sp>
      <p:sp>
        <p:nvSpPr>
          <p:cNvPr id="7" name="TextBox 6">
            <a:extLst>
              <a:ext uri="{FF2B5EF4-FFF2-40B4-BE49-F238E27FC236}">
                <a16:creationId xmlns:a16="http://schemas.microsoft.com/office/drawing/2014/main" id="{EF9A24AD-BE00-F8E0-53A6-EB3038CFF87D}"/>
              </a:ext>
            </a:extLst>
          </p:cNvPr>
          <p:cNvSpPr txBox="1"/>
          <p:nvPr/>
        </p:nvSpPr>
        <p:spPr>
          <a:xfrm>
            <a:off x="1037896" y="2561897"/>
            <a:ext cx="5058106"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6600" b="1">
                <a:solidFill>
                  <a:srgbClr val="000000"/>
                </a:solidFill>
                <a:latin typeface="Lucida Bright"/>
                <a:ea typeface="DM Sans"/>
                <a:cs typeface="DM Sans"/>
              </a:rPr>
              <a:t>0.20</a:t>
            </a:r>
            <a:r>
              <a:rPr lang="en-US" sz="6600" b="1" i="0" u="none" strike="noStrike">
                <a:solidFill>
                  <a:srgbClr val="000000"/>
                </a:solidFill>
                <a:latin typeface="Lucida Bright"/>
                <a:ea typeface="DM Sans"/>
                <a:cs typeface="DM Sans"/>
              </a:rPr>
              <a:t> - 0.35</a:t>
            </a:r>
          </a:p>
        </p:txBody>
      </p:sp>
      <p:sp>
        <p:nvSpPr>
          <p:cNvPr id="8" name="TextBox 7">
            <a:extLst>
              <a:ext uri="{FF2B5EF4-FFF2-40B4-BE49-F238E27FC236}">
                <a16:creationId xmlns:a16="http://schemas.microsoft.com/office/drawing/2014/main" id="{9B592E80-E7E5-95D5-3A97-2DFA4C32E542}"/>
              </a:ext>
            </a:extLst>
          </p:cNvPr>
          <p:cNvSpPr txBox="1"/>
          <p:nvPr/>
        </p:nvSpPr>
        <p:spPr>
          <a:xfrm>
            <a:off x="1037897" y="3672051"/>
            <a:ext cx="4933293"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b="1" i="0" u="none" strike="noStrike">
                <a:solidFill>
                  <a:srgbClr val="2D3E50"/>
                </a:solidFill>
                <a:latin typeface="Lucida Bright"/>
                <a:ea typeface="DM Sans"/>
                <a:cs typeface="DM Sans"/>
              </a:rPr>
              <a:t>Drag Coefficient Range</a:t>
            </a:r>
          </a:p>
        </p:txBody>
      </p:sp>
    </p:spTree>
    <p:extLst>
      <p:ext uri="{BB962C8B-B14F-4D97-AF65-F5344CB8AC3E}">
        <p14:creationId xmlns:p14="http://schemas.microsoft.com/office/powerpoint/2010/main" val="1183680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ABE6A-CD97-9CE1-7698-373460E256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60271-CAAA-93C6-FF0A-468C3BDDFF2C}"/>
              </a:ext>
            </a:extLst>
          </p:cNvPr>
          <p:cNvSpPr>
            <a:spLocks noGrp="1"/>
          </p:cNvSpPr>
          <p:nvPr>
            <p:ph type="title"/>
          </p:nvPr>
        </p:nvSpPr>
        <p:spPr>
          <a:xfrm>
            <a:off x="914400" y="1371601"/>
            <a:ext cx="10363200" cy="957657"/>
          </a:xfrm>
        </p:spPr>
        <p:txBody>
          <a:bodyPr vert="horz" lIns="91440" tIns="45720" rIns="91440" bIns="45720" rtlCol="0" anchor="t">
            <a:noAutofit/>
          </a:bodyPr>
          <a:lstStyle/>
          <a:p>
            <a:r>
              <a:rPr lang="en-US" sz="3000" b="1">
                <a:latin typeface="Lucida Bright"/>
              </a:rPr>
              <a:t>Coefficient of Drag Examples</a:t>
            </a:r>
          </a:p>
        </p:txBody>
      </p:sp>
      <p:pic>
        <p:nvPicPr>
          <p:cNvPr id="13" name="Content Placeholder 12" descr="2022 Mercedes-Benz EQS second drive review: The S-Class of EVs - CNET">
            <a:extLst>
              <a:ext uri="{FF2B5EF4-FFF2-40B4-BE49-F238E27FC236}">
                <a16:creationId xmlns:a16="http://schemas.microsoft.com/office/drawing/2014/main" id="{ED9BB201-62AA-BC4E-12DF-FCFB8F6F8725}"/>
              </a:ext>
            </a:extLst>
          </p:cNvPr>
          <p:cNvPicPr>
            <a:picLocks noGrp="1" noChangeAspect="1"/>
          </p:cNvPicPr>
          <p:nvPr>
            <p:ph idx="1"/>
          </p:nvPr>
        </p:nvPicPr>
        <p:blipFill>
          <a:blip r:embed="rId2"/>
          <a:stretch>
            <a:fillRect/>
          </a:stretch>
        </p:blipFill>
        <p:spPr>
          <a:xfrm>
            <a:off x="291697" y="2562813"/>
            <a:ext cx="3479518" cy="1961636"/>
          </a:xfrm>
          <a:prstGeom prst="rect">
            <a:avLst/>
          </a:prstGeom>
        </p:spPr>
      </p:pic>
      <p:pic>
        <p:nvPicPr>
          <p:cNvPr id="14" name="Picture 13" descr="2015 Honda Accord Hybrid Touring">
            <a:extLst>
              <a:ext uri="{FF2B5EF4-FFF2-40B4-BE49-F238E27FC236}">
                <a16:creationId xmlns:a16="http://schemas.microsoft.com/office/drawing/2014/main" id="{744AE709-992E-B6E5-A016-17116BC7E621}"/>
              </a:ext>
            </a:extLst>
          </p:cNvPr>
          <p:cNvPicPr>
            <a:picLocks noChangeAspect="1"/>
          </p:cNvPicPr>
          <p:nvPr/>
        </p:nvPicPr>
        <p:blipFill>
          <a:blip r:embed="rId3"/>
          <a:stretch>
            <a:fillRect/>
          </a:stretch>
        </p:blipFill>
        <p:spPr>
          <a:xfrm>
            <a:off x="4260988" y="2559290"/>
            <a:ext cx="3219294" cy="1949179"/>
          </a:xfrm>
          <a:prstGeom prst="rect">
            <a:avLst/>
          </a:prstGeom>
        </p:spPr>
      </p:pic>
      <p:pic>
        <p:nvPicPr>
          <p:cNvPr id="3" name="Picture 2" descr="SUV Review: 2021 Kia Soul EV Limited - Driving.ca | Driving">
            <a:extLst>
              <a:ext uri="{FF2B5EF4-FFF2-40B4-BE49-F238E27FC236}">
                <a16:creationId xmlns:a16="http://schemas.microsoft.com/office/drawing/2014/main" id="{6E89D6D2-5A5F-8118-FFE7-41BFD6EA1695}"/>
              </a:ext>
            </a:extLst>
          </p:cNvPr>
          <p:cNvPicPr>
            <a:picLocks noChangeAspect="1"/>
          </p:cNvPicPr>
          <p:nvPr/>
        </p:nvPicPr>
        <p:blipFill>
          <a:blip r:embed="rId4"/>
          <a:stretch>
            <a:fillRect/>
          </a:stretch>
        </p:blipFill>
        <p:spPr>
          <a:xfrm>
            <a:off x="8061159" y="2562455"/>
            <a:ext cx="2976995" cy="1967345"/>
          </a:xfrm>
          <a:prstGeom prst="rect">
            <a:avLst/>
          </a:prstGeom>
        </p:spPr>
      </p:pic>
      <p:sp>
        <p:nvSpPr>
          <p:cNvPr id="5" name="TextBox 4">
            <a:extLst>
              <a:ext uri="{FF2B5EF4-FFF2-40B4-BE49-F238E27FC236}">
                <a16:creationId xmlns:a16="http://schemas.microsoft.com/office/drawing/2014/main" id="{CEE4A845-6492-60A9-F984-50EF8CC87D5D}"/>
              </a:ext>
            </a:extLst>
          </p:cNvPr>
          <p:cNvSpPr txBox="1"/>
          <p:nvPr/>
        </p:nvSpPr>
        <p:spPr>
          <a:xfrm>
            <a:off x="387097" y="4637862"/>
            <a:ext cx="3673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Lucida Bright"/>
                <a:ea typeface="+mn-lt"/>
                <a:cs typeface="+mn-lt"/>
              </a:rPr>
              <a:t>Car: 2022 Mercedes-Benz EQS</a:t>
            </a:r>
            <a:endParaRPr lang="en-US"/>
          </a:p>
          <a:p>
            <a:r>
              <a:rPr lang="en-US">
                <a:latin typeface="Lucida Bright"/>
              </a:rPr>
              <a:t>Drag Coefficient=0.2</a:t>
            </a:r>
            <a:endParaRPr lang="en-US"/>
          </a:p>
          <a:p>
            <a:endParaRPr lang="en-US">
              <a:latin typeface="Lucida Bright"/>
            </a:endParaRPr>
          </a:p>
        </p:txBody>
      </p:sp>
      <p:sp>
        <p:nvSpPr>
          <p:cNvPr id="6" name="TextBox 5">
            <a:extLst>
              <a:ext uri="{FF2B5EF4-FFF2-40B4-BE49-F238E27FC236}">
                <a16:creationId xmlns:a16="http://schemas.microsoft.com/office/drawing/2014/main" id="{AA4AEDF5-B770-BB09-1A0D-99203C807324}"/>
              </a:ext>
            </a:extLst>
          </p:cNvPr>
          <p:cNvSpPr txBox="1"/>
          <p:nvPr/>
        </p:nvSpPr>
        <p:spPr>
          <a:xfrm>
            <a:off x="4076780" y="4637861"/>
            <a:ext cx="378529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Lucida Bright"/>
                <a:ea typeface="+mn-lt"/>
                <a:cs typeface="+mn-lt"/>
              </a:rPr>
              <a:t>Car: 2015 Honda Accord Hybrid</a:t>
            </a:r>
            <a:endParaRPr lang="en-US"/>
          </a:p>
          <a:p>
            <a:r>
              <a:rPr lang="en-US">
                <a:latin typeface="Lucida Bright"/>
              </a:rPr>
              <a:t>Drag Coefficient=0.28</a:t>
            </a:r>
            <a:endParaRPr lang="en-US"/>
          </a:p>
          <a:p>
            <a:endParaRPr lang="en-US">
              <a:latin typeface="Lucida Bright"/>
            </a:endParaRPr>
          </a:p>
        </p:txBody>
      </p:sp>
      <p:sp>
        <p:nvSpPr>
          <p:cNvPr id="7" name="TextBox 6">
            <a:extLst>
              <a:ext uri="{FF2B5EF4-FFF2-40B4-BE49-F238E27FC236}">
                <a16:creationId xmlns:a16="http://schemas.microsoft.com/office/drawing/2014/main" id="{E42A0E8D-8A82-9B36-A125-BD6C07D31F4C}"/>
              </a:ext>
            </a:extLst>
          </p:cNvPr>
          <p:cNvSpPr txBox="1"/>
          <p:nvPr/>
        </p:nvSpPr>
        <p:spPr>
          <a:xfrm>
            <a:off x="8063243" y="4637861"/>
            <a:ext cx="340830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Lucida Bright"/>
                <a:ea typeface="+mn-lt"/>
                <a:cs typeface="+mn-lt"/>
              </a:rPr>
              <a:t>Car: 2021 Kia Soul EV</a:t>
            </a:r>
            <a:endParaRPr lang="en-US"/>
          </a:p>
          <a:p>
            <a:r>
              <a:rPr lang="en-US">
                <a:latin typeface="Lucida Bright"/>
              </a:rPr>
              <a:t>Drag Coefficient=0.35</a:t>
            </a:r>
            <a:endParaRPr lang="en-US"/>
          </a:p>
          <a:p>
            <a:endParaRPr lang="en-US">
              <a:latin typeface="Lucida Bright"/>
            </a:endParaRPr>
          </a:p>
        </p:txBody>
      </p:sp>
      <p:sp>
        <p:nvSpPr>
          <p:cNvPr id="8" name="TextBox 7">
            <a:extLst>
              <a:ext uri="{FF2B5EF4-FFF2-40B4-BE49-F238E27FC236}">
                <a16:creationId xmlns:a16="http://schemas.microsoft.com/office/drawing/2014/main" id="{A91C6FB7-CA45-7348-398D-25816CDCFD32}"/>
              </a:ext>
            </a:extLst>
          </p:cNvPr>
          <p:cNvSpPr txBox="1"/>
          <p:nvPr/>
        </p:nvSpPr>
        <p:spPr>
          <a:xfrm>
            <a:off x="287669" y="2174824"/>
            <a:ext cx="36737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Lucida Bright"/>
              </a:rPr>
              <a:t>Excellent Aerodynamic Design</a:t>
            </a:r>
          </a:p>
        </p:txBody>
      </p:sp>
      <p:sp>
        <p:nvSpPr>
          <p:cNvPr id="9" name="TextBox 8">
            <a:extLst>
              <a:ext uri="{FF2B5EF4-FFF2-40B4-BE49-F238E27FC236}">
                <a16:creationId xmlns:a16="http://schemas.microsoft.com/office/drawing/2014/main" id="{AA0E18EA-0FAF-ADB1-0F9E-C978E63AC9E0}"/>
              </a:ext>
            </a:extLst>
          </p:cNvPr>
          <p:cNvSpPr txBox="1"/>
          <p:nvPr/>
        </p:nvSpPr>
        <p:spPr>
          <a:xfrm>
            <a:off x="4258089" y="2174823"/>
            <a:ext cx="36737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Lucida Bright"/>
              </a:rPr>
              <a:t>Average Aerodynamic Design</a:t>
            </a:r>
          </a:p>
        </p:txBody>
      </p:sp>
      <p:sp>
        <p:nvSpPr>
          <p:cNvPr id="10" name="TextBox 9">
            <a:extLst>
              <a:ext uri="{FF2B5EF4-FFF2-40B4-BE49-F238E27FC236}">
                <a16:creationId xmlns:a16="http://schemas.microsoft.com/office/drawing/2014/main" id="{56BB4913-D02A-D832-2BBF-50E009617FED}"/>
              </a:ext>
            </a:extLst>
          </p:cNvPr>
          <p:cNvSpPr txBox="1"/>
          <p:nvPr/>
        </p:nvSpPr>
        <p:spPr>
          <a:xfrm>
            <a:off x="7930182" y="2142739"/>
            <a:ext cx="36737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Lucida Bright"/>
              </a:rPr>
              <a:t>Subpar Aerodynamic Design</a:t>
            </a:r>
          </a:p>
        </p:txBody>
      </p:sp>
    </p:spTree>
    <p:extLst>
      <p:ext uri="{BB962C8B-B14F-4D97-AF65-F5344CB8AC3E}">
        <p14:creationId xmlns:p14="http://schemas.microsoft.com/office/powerpoint/2010/main" val="2254922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87C9-063D-71A0-BBCE-42D71C32DF44}"/>
              </a:ext>
            </a:extLst>
          </p:cNvPr>
          <p:cNvSpPr>
            <a:spLocks noGrp="1"/>
          </p:cNvSpPr>
          <p:nvPr>
            <p:ph type="title"/>
          </p:nvPr>
        </p:nvSpPr>
        <p:spPr/>
        <p:txBody>
          <a:bodyPr/>
          <a:lstStyle/>
          <a:p>
            <a:r>
              <a:rPr lang="en-US" sz="3000" b="1">
                <a:latin typeface="Lucida Bright"/>
              </a:rPr>
              <a:t>Scope: Modeling Methodology</a:t>
            </a:r>
          </a:p>
        </p:txBody>
      </p:sp>
      <p:sp>
        <p:nvSpPr>
          <p:cNvPr id="3" name="Content Placeholder 2">
            <a:extLst>
              <a:ext uri="{FF2B5EF4-FFF2-40B4-BE49-F238E27FC236}">
                <a16:creationId xmlns:a16="http://schemas.microsoft.com/office/drawing/2014/main" id="{1658A5DA-2656-7982-EF66-9139C0580A9F}"/>
              </a:ext>
            </a:extLst>
          </p:cNvPr>
          <p:cNvSpPr>
            <a:spLocks noGrp="1"/>
          </p:cNvSpPr>
          <p:nvPr>
            <p:ph idx="1"/>
          </p:nvPr>
        </p:nvSpPr>
        <p:spPr>
          <a:xfrm>
            <a:off x="914399" y="2567830"/>
            <a:ext cx="5171329" cy="3642430"/>
          </a:xfrm>
        </p:spPr>
        <p:txBody>
          <a:bodyPr vert="horz" lIns="91440" tIns="45720" rIns="91440" bIns="45720" rtlCol="0" anchor="t">
            <a:normAutofit lnSpcReduction="10000"/>
          </a:bodyPr>
          <a:lstStyle/>
          <a:p>
            <a:pPr marL="0" indent="0">
              <a:buNone/>
            </a:pPr>
            <a:r>
              <a:rPr lang="en-US" sz="1500" b="1">
                <a:solidFill>
                  <a:srgbClr val="000000"/>
                </a:solidFill>
                <a:latin typeface="Lucida Bright"/>
              </a:rPr>
              <a:t>The Excel Power Model</a:t>
            </a:r>
            <a:endParaRPr lang="en-US" sz="1500" b="1">
              <a:latin typeface="Lucida Bright"/>
            </a:endParaRPr>
          </a:p>
          <a:p>
            <a:r>
              <a:rPr lang="en-US" sz="1500">
                <a:latin typeface="Lucida Bright"/>
              </a:rPr>
              <a:t>The aerodynamic force was found using the c coefficient.</a:t>
            </a:r>
          </a:p>
          <a:p>
            <a:r>
              <a:rPr lang="en-US" sz="1500">
                <a:latin typeface="Lucida Bright"/>
              </a:rPr>
              <a:t>The force, power, and energy was found. </a:t>
            </a:r>
          </a:p>
          <a:p>
            <a:r>
              <a:rPr lang="en-US" sz="1500">
                <a:latin typeface="Lucida Bright"/>
              </a:rPr>
              <a:t>The data from Argonne was used to find initial fuel efficiency.</a:t>
            </a:r>
          </a:p>
          <a:p>
            <a:r>
              <a:rPr lang="en-US" sz="1500">
                <a:latin typeface="Lucida Bright"/>
              </a:rPr>
              <a:t>C was varied to simulate differences in coefficient of drag and frontal area. </a:t>
            </a:r>
          </a:p>
          <a:p>
            <a:pPr marL="493395" lvl="1">
              <a:buFont typeface="Courier New" panose="020B0604020202020204" pitchFamily="34" charset="0"/>
              <a:buChar char="o"/>
            </a:pPr>
            <a:r>
              <a:rPr lang="en-US" sz="1300">
                <a:latin typeface="Lucida Bright"/>
              </a:rPr>
              <a:t>Increased and decreased by a factor of 25%</a:t>
            </a:r>
          </a:p>
          <a:p>
            <a:r>
              <a:rPr lang="en-US" sz="1500">
                <a:latin typeface="Lucida Bright"/>
              </a:rPr>
              <a:t>Isolated high-speed conditions to compare with overall cycle.</a:t>
            </a:r>
          </a:p>
        </p:txBody>
      </p:sp>
      <p:sp>
        <p:nvSpPr>
          <p:cNvPr id="4" name="Date Placeholder 3">
            <a:extLst>
              <a:ext uri="{FF2B5EF4-FFF2-40B4-BE49-F238E27FC236}">
                <a16:creationId xmlns:a16="http://schemas.microsoft.com/office/drawing/2014/main" id="{8C8D193F-705D-7C15-8ACC-C5C02D54E665}"/>
              </a:ext>
            </a:extLst>
          </p:cNvPr>
          <p:cNvSpPr>
            <a:spLocks noGrp="1"/>
          </p:cNvSpPr>
          <p:nvPr>
            <p:ph type="dt" sz="half" idx="10"/>
          </p:nvPr>
        </p:nvSpPr>
        <p:spPr/>
        <p:txBody>
          <a:bodyPr/>
          <a:lstStyle/>
          <a:p>
            <a:fld id="{1E3123D2-73AD-4558-B8F6-FF9145743454}" type="datetime1">
              <a:t>5/6/2026</a:t>
            </a:fld>
            <a:endParaRPr lang="en-US"/>
          </a:p>
        </p:txBody>
      </p:sp>
      <p:sp>
        <p:nvSpPr>
          <p:cNvPr id="5" name="Footer Placeholder 4">
            <a:extLst>
              <a:ext uri="{FF2B5EF4-FFF2-40B4-BE49-F238E27FC236}">
                <a16:creationId xmlns:a16="http://schemas.microsoft.com/office/drawing/2014/main" id="{A2BE220E-091B-8459-981D-72069AAF641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B6E0171-6050-C714-DCE0-F1D9E400DB7E}"/>
              </a:ext>
            </a:extLst>
          </p:cNvPr>
          <p:cNvSpPr>
            <a:spLocks noGrp="1"/>
          </p:cNvSpPr>
          <p:nvPr>
            <p:ph type="sldNum" sz="quarter" idx="12"/>
          </p:nvPr>
        </p:nvSpPr>
        <p:spPr/>
        <p:txBody>
          <a:bodyPr/>
          <a:lstStyle/>
          <a:p>
            <a:fld id="{70C12960-6E85-460F-B6E3-5B82CB31AF3D}" type="slidenum">
              <a:rPr lang="en-US" dirty="0"/>
              <a:t>10</a:t>
            </a:fld>
            <a:endParaRPr lang="en-US"/>
          </a:p>
        </p:txBody>
      </p:sp>
      <p:pic>
        <p:nvPicPr>
          <p:cNvPr id="7" name="Picture 6" descr="A close-up of a vehicle setup information&#10;&#10;AI-generated content may be incorrect.">
            <a:extLst>
              <a:ext uri="{FF2B5EF4-FFF2-40B4-BE49-F238E27FC236}">
                <a16:creationId xmlns:a16="http://schemas.microsoft.com/office/drawing/2014/main" id="{C2AE4AEC-14C5-61E5-EC57-324711E988FD}"/>
              </a:ext>
            </a:extLst>
          </p:cNvPr>
          <p:cNvPicPr>
            <a:picLocks noChangeAspect="1"/>
          </p:cNvPicPr>
          <p:nvPr/>
        </p:nvPicPr>
        <p:blipFill>
          <a:blip r:embed="rId2"/>
          <a:stretch>
            <a:fillRect/>
          </a:stretch>
        </p:blipFill>
        <p:spPr>
          <a:xfrm>
            <a:off x="6444810" y="2397373"/>
            <a:ext cx="4829175" cy="2981325"/>
          </a:xfrm>
          <a:prstGeom prst="rect">
            <a:avLst/>
          </a:prstGeom>
        </p:spPr>
      </p:pic>
    </p:spTree>
    <p:extLst>
      <p:ext uri="{BB962C8B-B14F-4D97-AF65-F5344CB8AC3E}">
        <p14:creationId xmlns:p14="http://schemas.microsoft.com/office/powerpoint/2010/main" val="659292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1C1A0-1DCD-D3A0-2066-FBBBFF806CD2}"/>
              </a:ext>
            </a:extLst>
          </p:cNvPr>
          <p:cNvSpPr>
            <a:spLocks noGrp="1"/>
          </p:cNvSpPr>
          <p:nvPr>
            <p:ph type="title"/>
          </p:nvPr>
        </p:nvSpPr>
        <p:spPr>
          <a:xfrm>
            <a:off x="914400" y="1121665"/>
            <a:ext cx="10363200" cy="699890"/>
          </a:xfrm>
        </p:spPr>
        <p:txBody>
          <a:bodyPr>
            <a:normAutofit/>
          </a:bodyPr>
          <a:lstStyle/>
          <a:p>
            <a:r>
              <a:rPr lang="en-US" sz="3000" b="1">
                <a:solidFill>
                  <a:srgbClr val="000000"/>
                </a:solidFill>
                <a:latin typeface="Lucida Bright"/>
              </a:rPr>
              <a:t>Scope: US06 Drive Cycle Analysis</a:t>
            </a:r>
            <a:endParaRPr lang="en-US" sz="3000" b="1">
              <a:latin typeface="Lucida Bright"/>
            </a:endParaRPr>
          </a:p>
        </p:txBody>
      </p:sp>
      <p:sp>
        <p:nvSpPr>
          <p:cNvPr id="4" name="Date Placeholder 3">
            <a:extLst>
              <a:ext uri="{FF2B5EF4-FFF2-40B4-BE49-F238E27FC236}">
                <a16:creationId xmlns:a16="http://schemas.microsoft.com/office/drawing/2014/main" id="{54BD7ABD-4DFA-B7DA-4860-14C163A78027}"/>
              </a:ext>
            </a:extLst>
          </p:cNvPr>
          <p:cNvSpPr>
            <a:spLocks noGrp="1"/>
          </p:cNvSpPr>
          <p:nvPr>
            <p:ph type="dt" sz="half" idx="10"/>
          </p:nvPr>
        </p:nvSpPr>
        <p:spPr/>
        <p:txBody>
          <a:bodyPr/>
          <a:lstStyle/>
          <a:p>
            <a:fld id="{47CF1CD0-1435-47F9-A5B5-7B99E906F63D}" type="datetime1">
              <a:rPr lang="en-US"/>
              <a:t>5/6/2026</a:t>
            </a:fld>
            <a:endParaRPr lang="en-US"/>
          </a:p>
        </p:txBody>
      </p:sp>
      <p:sp>
        <p:nvSpPr>
          <p:cNvPr id="5" name="Footer Placeholder 4">
            <a:extLst>
              <a:ext uri="{FF2B5EF4-FFF2-40B4-BE49-F238E27FC236}">
                <a16:creationId xmlns:a16="http://schemas.microsoft.com/office/drawing/2014/main" id="{A14C64E2-334B-7DF9-FCF5-287BB1CB8D9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C1A4A68A-D7FC-C5C2-811B-0EF66D1B88D8}"/>
              </a:ext>
            </a:extLst>
          </p:cNvPr>
          <p:cNvSpPr>
            <a:spLocks noGrp="1"/>
          </p:cNvSpPr>
          <p:nvPr>
            <p:ph type="sldNum" sz="quarter" idx="12"/>
          </p:nvPr>
        </p:nvSpPr>
        <p:spPr/>
        <p:txBody>
          <a:bodyPr/>
          <a:lstStyle/>
          <a:p>
            <a:fld id="{70C12960-6E85-460F-B6E3-5B82CB31AF3D}" type="slidenum">
              <a:rPr lang="en-US" dirty="0"/>
              <a:t>11</a:t>
            </a:fld>
            <a:endParaRPr lang="en-US"/>
          </a:p>
        </p:txBody>
      </p:sp>
      <p:sp>
        <p:nvSpPr>
          <p:cNvPr id="8" name="TextBox 7">
            <a:extLst>
              <a:ext uri="{FF2B5EF4-FFF2-40B4-BE49-F238E27FC236}">
                <a16:creationId xmlns:a16="http://schemas.microsoft.com/office/drawing/2014/main" id="{042AB34B-C06D-C329-654E-2C0F8651AF0E}"/>
              </a:ext>
            </a:extLst>
          </p:cNvPr>
          <p:cNvSpPr txBox="1"/>
          <p:nvPr/>
        </p:nvSpPr>
        <p:spPr>
          <a:xfrm>
            <a:off x="679939" y="5526668"/>
            <a:ext cx="10679723"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b="1" i="0" u="none" strike="noStrike">
                <a:latin typeface="Lucida Bright"/>
                <a:ea typeface="DM Sans"/>
                <a:cs typeface="DM Sans"/>
              </a:rPr>
              <a:t>Cycle Focused:</a:t>
            </a:r>
            <a:r>
              <a:rPr lang="en-US" sz="1500" b="0" i="0" u="none" strike="noStrike">
                <a:latin typeface="Lucida Bright"/>
                <a:ea typeface="DM Sans"/>
                <a:cs typeface="DM Sans"/>
              </a:rPr>
              <a:t> Our analysis focuses strictly on the </a:t>
            </a:r>
            <a:r>
              <a:rPr lang="en-US" sz="1500" b="1">
                <a:latin typeface="Lucida Bright"/>
                <a:ea typeface="DM Sans"/>
                <a:cs typeface="DM Sans"/>
              </a:rPr>
              <a:t>US06</a:t>
            </a:r>
            <a:r>
              <a:rPr lang="en-US" sz="1500" b="1" i="0" u="none" strike="noStrike">
                <a:latin typeface="Lucida Bright"/>
                <a:ea typeface="DM Sans"/>
                <a:cs typeface="DM Sans"/>
              </a:rPr>
              <a:t> cycle</a:t>
            </a:r>
            <a:r>
              <a:rPr lang="en-US" sz="1500" b="0" i="0" u="none" strike="noStrike">
                <a:latin typeface="Lucida Bright"/>
                <a:ea typeface="DM Sans"/>
                <a:cs typeface="DM Sans"/>
              </a:rPr>
              <a:t>, which emphasizes high-speed cruising where aero drag is most impactful</a:t>
            </a:r>
            <a:endParaRPr lang="en-US">
              <a:latin typeface="Lucida Bright"/>
            </a:endParaRPr>
          </a:p>
        </p:txBody>
      </p:sp>
      <p:pic>
        <p:nvPicPr>
          <p:cNvPr id="14" name="Picture 13" descr="A graph showing the number of ftp driving schedule&#10;&#10;AI-generated content may be incorrect.">
            <a:extLst>
              <a:ext uri="{FF2B5EF4-FFF2-40B4-BE49-F238E27FC236}">
                <a16:creationId xmlns:a16="http://schemas.microsoft.com/office/drawing/2014/main" id="{66D461C6-2005-826B-F086-9BF593843824}"/>
              </a:ext>
            </a:extLst>
          </p:cNvPr>
          <p:cNvPicPr>
            <a:picLocks noChangeAspect="1"/>
          </p:cNvPicPr>
          <p:nvPr/>
        </p:nvPicPr>
        <p:blipFill>
          <a:blip r:embed="rId2"/>
          <a:stretch>
            <a:fillRect/>
          </a:stretch>
        </p:blipFill>
        <p:spPr>
          <a:xfrm>
            <a:off x="1685358" y="1826406"/>
            <a:ext cx="8637347" cy="3703170"/>
          </a:xfrm>
          <a:prstGeom prst="rect">
            <a:avLst/>
          </a:prstGeom>
        </p:spPr>
      </p:pic>
    </p:spTree>
    <p:extLst>
      <p:ext uri="{BB962C8B-B14F-4D97-AF65-F5344CB8AC3E}">
        <p14:creationId xmlns:p14="http://schemas.microsoft.com/office/powerpoint/2010/main" val="1744672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046F2-1182-5B99-325C-7E6CECC8D659}"/>
              </a:ext>
            </a:extLst>
          </p:cNvPr>
          <p:cNvSpPr>
            <a:spLocks noGrp="1"/>
          </p:cNvSpPr>
          <p:nvPr>
            <p:ph type="title"/>
          </p:nvPr>
        </p:nvSpPr>
        <p:spPr>
          <a:xfrm>
            <a:off x="914400" y="1371601"/>
            <a:ext cx="10363200" cy="662053"/>
          </a:xfrm>
        </p:spPr>
        <p:txBody>
          <a:bodyPr>
            <a:normAutofit/>
          </a:bodyPr>
          <a:lstStyle/>
          <a:p>
            <a:r>
              <a:rPr lang="en-US" sz="3000" b="1">
                <a:solidFill>
                  <a:srgbClr val="0B2447"/>
                </a:solidFill>
                <a:latin typeface="Lucida Bright"/>
              </a:rPr>
              <a:t>Scope: Speed vs. Energy Attribution</a:t>
            </a:r>
            <a:endParaRPr lang="en-US" sz="3000">
              <a:latin typeface="Lucida Bright"/>
            </a:endParaRPr>
          </a:p>
        </p:txBody>
      </p:sp>
      <p:sp>
        <p:nvSpPr>
          <p:cNvPr id="3" name="Content Placeholder 2">
            <a:extLst>
              <a:ext uri="{FF2B5EF4-FFF2-40B4-BE49-F238E27FC236}">
                <a16:creationId xmlns:a16="http://schemas.microsoft.com/office/drawing/2014/main" id="{606F6471-98E9-8292-306B-FBDFEC7CD128}"/>
              </a:ext>
            </a:extLst>
          </p:cNvPr>
          <p:cNvSpPr>
            <a:spLocks noGrp="1"/>
          </p:cNvSpPr>
          <p:nvPr>
            <p:ph idx="1"/>
          </p:nvPr>
        </p:nvSpPr>
        <p:spPr>
          <a:xfrm>
            <a:off x="6357256" y="2151895"/>
            <a:ext cx="4865915" cy="3382658"/>
          </a:xfrm>
        </p:spPr>
        <p:txBody>
          <a:bodyPr vert="horz" lIns="91440" tIns="45720" rIns="91440" bIns="45720" rtlCol="0" anchor="t">
            <a:normAutofit/>
          </a:bodyPr>
          <a:lstStyle/>
          <a:p>
            <a:pPr marL="0" indent="0">
              <a:buNone/>
            </a:pPr>
            <a:r>
              <a:rPr lang="en-US" sz="1500" b="1">
                <a:latin typeface="Lucida Bright"/>
              </a:rPr>
              <a:t>Contribution Factors</a:t>
            </a:r>
          </a:p>
          <a:p>
            <a:pPr marL="285750" indent="-285750"/>
            <a:r>
              <a:rPr lang="en-US" sz="1500" b="1">
                <a:latin typeface="Lucida Bright"/>
              </a:rPr>
              <a:t>Aerodynamic Drag (50%-70%):</a:t>
            </a:r>
            <a:r>
              <a:rPr lang="en-US" sz="1500">
                <a:latin typeface="Lucida Bright"/>
              </a:rPr>
              <a:t> The dominant resistive force at highway cruising speeds.</a:t>
            </a:r>
          </a:p>
          <a:p>
            <a:pPr marL="285750" indent="-285750"/>
            <a:r>
              <a:rPr lang="en-US" sz="1500" b="1">
                <a:latin typeface="Lucida Bright"/>
              </a:rPr>
              <a:t>Key Metric:</a:t>
            </a:r>
            <a:r>
              <a:rPr lang="en-US" sz="1500">
                <a:latin typeface="Lucida Bright"/>
              </a:rPr>
              <a:t> We will track how this ratio flips as speed decreases to 30 MPH.</a:t>
            </a:r>
          </a:p>
        </p:txBody>
      </p:sp>
      <p:sp>
        <p:nvSpPr>
          <p:cNvPr id="4" name="Date Placeholder 3">
            <a:extLst>
              <a:ext uri="{FF2B5EF4-FFF2-40B4-BE49-F238E27FC236}">
                <a16:creationId xmlns:a16="http://schemas.microsoft.com/office/drawing/2014/main" id="{414A3AC0-5A5E-EA7C-1BD8-0F27EC40D347}"/>
              </a:ext>
            </a:extLst>
          </p:cNvPr>
          <p:cNvSpPr>
            <a:spLocks noGrp="1"/>
          </p:cNvSpPr>
          <p:nvPr>
            <p:ph type="dt" sz="half" idx="10"/>
          </p:nvPr>
        </p:nvSpPr>
        <p:spPr/>
        <p:txBody>
          <a:bodyPr/>
          <a:lstStyle/>
          <a:p>
            <a:fld id="{06012167-5717-499F-A542-09FBA13478AC}" type="datetime1">
              <a:t>5/6/2026</a:t>
            </a:fld>
            <a:endParaRPr lang="en-US"/>
          </a:p>
        </p:txBody>
      </p:sp>
      <p:sp>
        <p:nvSpPr>
          <p:cNvPr id="5" name="Footer Placeholder 4">
            <a:extLst>
              <a:ext uri="{FF2B5EF4-FFF2-40B4-BE49-F238E27FC236}">
                <a16:creationId xmlns:a16="http://schemas.microsoft.com/office/drawing/2014/main" id="{ABF3754A-4DBF-2309-308E-E7135D15F43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224DB76-7F97-8ECE-8F1A-43D47616E2FB}"/>
              </a:ext>
            </a:extLst>
          </p:cNvPr>
          <p:cNvSpPr>
            <a:spLocks noGrp="1"/>
          </p:cNvSpPr>
          <p:nvPr>
            <p:ph type="sldNum" sz="quarter" idx="12"/>
          </p:nvPr>
        </p:nvSpPr>
        <p:spPr/>
        <p:txBody>
          <a:bodyPr/>
          <a:lstStyle/>
          <a:p>
            <a:fld id="{70C12960-6E85-460F-B6E3-5B82CB31AF3D}" type="slidenum">
              <a:rPr lang="en-US" dirty="0"/>
              <a:t>12</a:t>
            </a:fld>
            <a:endParaRPr lang="en-US"/>
          </a:p>
        </p:txBody>
      </p:sp>
      <p:pic>
        <p:nvPicPr>
          <p:cNvPr id="10" name="Picture 9" descr="image.png">
            <a:extLst>
              <a:ext uri="{FF2B5EF4-FFF2-40B4-BE49-F238E27FC236}">
                <a16:creationId xmlns:a16="http://schemas.microsoft.com/office/drawing/2014/main" id="{CA17EB32-FAD4-916C-1155-34BC01C6B715}"/>
              </a:ext>
            </a:extLst>
          </p:cNvPr>
          <p:cNvPicPr>
            <a:picLocks noChangeAspect="1"/>
          </p:cNvPicPr>
          <p:nvPr/>
        </p:nvPicPr>
        <p:blipFill>
          <a:blip r:embed="rId2"/>
          <a:stretch>
            <a:fillRect/>
          </a:stretch>
        </p:blipFill>
        <p:spPr>
          <a:xfrm>
            <a:off x="670034" y="2152980"/>
            <a:ext cx="5334000" cy="3524250"/>
          </a:xfrm>
          <a:prstGeom prst="rect">
            <a:avLst/>
          </a:prstGeom>
        </p:spPr>
      </p:pic>
      <p:sp>
        <p:nvSpPr>
          <p:cNvPr id="12" name="TextBox 11">
            <a:extLst>
              <a:ext uri="{FF2B5EF4-FFF2-40B4-BE49-F238E27FC236}">
                <a16:creationId xmlns:a16="http://schemas.microsoft.com/office/drawing/2014/main" id="{FEDAE600-8C7F-9F31-E062-5D5955878891}"/>
              </a:ext>
            </a:extLst>
          </p:cNvPr>
          <p:cNvSpPr txBox="1"/>
          <p:nvPr/>
        </p:nvSpPr>
        <p:spPr>
          <a:xfrm>
            <a:off x="2371396" y="5215758"/>
            <a:ext cx="2115207"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i="0" u="none" strike="noStrike">
                <a:solidFill>
                  <a:srgbClr val="2D3E50"/>
                </a:solidFill>
                <a:latin typeface="DM Sans"/>
                <a:ea typeface="DM Sans"/>
                <a:cs typeface="DM Sans"/>
              </a:rPr>
              <a:t>70 MPH Energy Split</a:t>
            </a:r>
          </a:p>
        </p:txBody>
      </p:sp>
    </p:spTree>
    <p:extLst>
      <p:ext uri="{BB962C8B-B14F-4D97-AF65-F5344CB8AC3E}">
        <p14:creationId xmlns:p14="http://schemas.microsoft.com/office/powerpoint/2010/main" val="3928670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ADEED-E32C-BDAF-EE9E-EF6089779D7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8495C5B8-3CF5-B208-009D-5D810FE58EA8}"/>
              </a:ext>
            </a:extLst>
          </p:cNvPr>
          <p:cNvSpPr>
            <a:spLocks noGrp="1"/>
          </p:cNvSpPr>
          <p:nvPr/>
        </p:nvSpPr>
        <p:spPr>
          <a:xfrm>
            <a:off x="912628" y="1463038"/>
            <a:ext cx="3859397" cy="1471548"/>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3200" kern="1200">
                <a:solidFill>
                  <a:schemeClr val="tx1"/>
                </a:solidFill>
                <a:latin typeface="+mj-lt"/>
                <a:ea typeface="+mj-ea"/>
                <a:cs typeface="+mj-cs"/>
              </a:defRPr>
            </a:lvl1pPr>
          </a:lstStyle>
          <a:p>
            <a:pPr>
              <a:spcAft>
                <a:spcPts val="600"/>
              </a:spcAft>
            </a:pPr>
            <a:r>
              <a:rPr lang="en-US" sz="3600" b="1">
                <a:solidFill>
                  <a:srgbClr val="000000"/>
                </a:solidFill>
                <a:latin typeface="Lucida Bright"/>
              </a:rPr>
              <a:t>Technical Analysis &amp; Excel Modeling Phase</a:t>
            </a:r>
            <a:endParaRPr lang="en-US"/>
          </a:p>
        </p:txBody>
      </p:sp>
      <p:pic>
        <p:nvPicPr>
          <p:cNvPr id="8" name="Picture 7" descr="A car with blue lines around it&#10;&#10;AI-generated content may be incorrect.">
            <a:extLst>
              <a:ext uri="{FF2B5EF4-FFF2-40B4-BE49-F238E27FC236}">
                <a16:creationId xmlns:a16="http://schemas.microsoft.com/office/drawing/2014/main" id="{58C4409D-8B86-EDEA-7ABE-37576304A77F}"/>
              </a:ext>
            </a:extLst>
          </p:cNvPr>
          <p:cNvPicPr>
            <a:picLocks noChangeAspect="1"/>
          </p:cNvPicPr>
          <p:nvPr/>
        </p:nvPicPr>
        <p:blipFill>
          <a:blip r:embed="rId2"/>
          <a:srcRect l="2731" r="28248"/>
          <a:stretch>
            <a:fillRect/>
          </a:stretch>
        </p:blipFill>
        <p:spPr>
          <a:xfrm>
            <a:off x="5183188" y="987425"/>
            <a:ext cx="6172200" cy="4873625"/>
          </a:xfrm>
          <a:prstGeom prst="rect">
            <a:avLst/>
          </a:prstGeom>
          <a:noFill/>
        </p:spPr>
      </p:pic>
      <p:sp>
        <p:nvSpPr>
          <p:cNvPr id="16" name="Content Placeholder 2">
            <a:extLst>
              <a:ext uri="{FF2B5EF4-FFF2-40B4-BE49-F238E27FC236}">
                <a16:creationId xmlns:a16="http://schemas.microsoft.com/office/drawing/2014/main" id="{E701CBB3-F9EA-469B-BA45-344B3EB5623D}"/>
              </a:ext>
            </a:extLst>
          </p:cNvPr>
          <p:cNvSpPr>
            <a:spLocks noGrp="1"/>
          </p:cNvSpPr>
          <p:nvPr/>
        </p:nvSpPr>
        <p:spPr>
          <a:xfrm>
            <a:off x="912628" y="3855082"/>
            <a:ext cx="3859397" cy="674677"/>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SzPct val="87000"/>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120000"/>
              </a:lnSpc>
              <a:spcBef>
                <a:spcPts val="500"/>
              </a:spcBef>
              <a:buSzPct val="87000"/>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120000"/>
              </a:lnSpc>
              <a:spcBef>
                <a:spcPts val="500"/>
              </a:spcBef>
              <a:buSzPct val="87000"/>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120000"/>
              </a:lnSpc>
              <a:spcBef>
                <a:spcPts val="500"/>
              </a:spcBef>
              <a:buSzPct val="87000"/>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120000"/>
              </a:lnSpc>
              <a:spcBef>
                <a:spcPts val="500"/>
              </a:spcBef>
              <a:buSzPct val="87000"/>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a:solidFill>
                  <a:srgbClr val="000000"/>
                </a:solidFill>
                <a:latin typeface="Lucida Bright"/>
              </a:rPr>
              <a:t>Drag Sensitivity Results &amp; Efficiency Conclusions</a:t>
            </a:r>
            <a:endParaRPr lang="en-US"/>
          </a:p>
        </p:txBody>
      </p:sp>
      <p:sp>
        <p:nvSpPr>
          <p:cNvPr id="4" name="Date Placeholder 3">
            <a:extLst>
              <a:ext uri="{FF2B5EF4-FFF2-40B4-BE49-F238E27FC236}">
                <a16:creationId xmlns:a16="http://schemas.microsoft.com/office/drawing/2014/main" id="{C28AA9B4-89FC-77AD-2EDE-A10B91959F46}"/>
              </a:ext>
            </a:extLst>
          </p:cNvPr>
          <p:cNvSpPr>
            <a:spLocks noGrp="1"/>
          </p:cNvSpPr>
          <p:nvPr>
            <p:ph type="dt" sz="half" idx="10"/>
          </p:nvPr>
        </p:nvSpPr>
        <p:spPr>
          <a:xfrm>
            <a:off x="912628" y="6356350"/>
            <a:ext cx="2743200" cy="365125"/>
          </a:xfrm>
        </p:spPr>
        <p:txBody>
          <a:bodyPr vert="horz" lIns="91440" tIns="45720" rIns="91440" bIns="45720" rtlCol="0" anchor="ctr">
            <a:normAutofit/>
          </a:bodyPr>
          <a:lstStyle/>
          <a:p>
            <a:pPr>
              <a:spcAft>
                <a:spcPts val="600"/>
              </a:spcAft>
            </a:pPr>
            <a:fld id="{21B146BF-25D9-4548-9780-8C2850E5B019}" type="datetime1">
              <a:rPr lang="en-US"/>
              <a:pPr>
                <a:spcAft>
                  <a:spcPts val="600"/>
                </a:spcAft>
              </a:pPr>
              <a:t>5/6/2026</a:t>
            </a:fld>
            <a:endParaRPr lang="en-US"/>
          </a:p>
        </p:txBody>
      </p:sp>
      <p:sp>
        <p:nvSpPr>
          <p:cNvPr id="5" name="Footer Placeholder 4">
            <a:extLst>
              <a:ext uri="{FF2B5EF4-FFF2-40B4-BE49-F238E27FC236}">
                <a16:creationId xmlns:a16="http://schemas.microsoft.com/office/drawing/2014/main" id="{D71DD922-DA67-FCDD-4569-C88A3C894369}"/>
              </a:ext>
            </a:extLst>
          </p:cNvPr>
          <p:cNvSpPr>
            <a:spLocks noGrp="1"/>
          </p:cNvSpPr>
          <p:nvPr>
            <p:ph type="ftr" sz="quarter" idx="11"/>
          </p:nvPr>
        </p:nvSpPr>
        <p:spPr>
          <a:xfrm>
            <a:off x="6767622" y="6356350"/>
            <a:ext cx="4040373" cy="365125"/>
          </a:xfrm>
        </p:spPr>
        <p:txBody>
          <a:bodyPr vert="horz" lIns="91440" tIns="45720" rIns="91440" bIns="45720" rtlCol="0" anchor="ctr">
            <a:normAutofit/>
          </a:bodyPr>
          <a:lstStyle/>
          <a:p>
            <a:pPr>
              <a:lnSpc>
                <a:spcPct val="90000"/>
              </a:lnSpc>
              <a:spcAft>
                <a:spcPts val="600"/>
              </a:spcAft>
            </a:pPr>
            <a:r>
              <a:rPr lang="en-US" sz="700" b="1" kern="1200" cap="all" spc="300" baseline="0">
                <a:latin typeface="+mn-lt"/>
                <a:ea typeface="+mn-ea"/>
                <a:cs typeface="+mn-cs"/>
              </a:rPr>
              <a:t>
              </a:t>
            </a:r>
          </a:p>
        </p:txBody>
      </p:sp>
      <p:sp>
        <p:nvSpPr>
          <p:cNvPr id="6" name="Slide Number Placeholder 5">
            <a:extLst>
              <a:ext uri="{FF2B5EF4-FFF2-40B4-BE49-F238E27FC236}">
                <a16:creationId xmlns:a16="http://schemas.microsoft.com/office/drawing/2014/main" id="{57CED0DE-B15F-E33A-D4ED-6D04FBB695B9}"/>
              </a:ext>
            </a:extLst>
          </p:cNvPr>
          <p:cNvSpPr>
            <a:spLocks noGrp="1"/>
          </p:cNvSpPr>
          <p:nvPr>
            <p:ph type="sldNum" sz="quarter" idx="12"/>
          </p:nvPr>
        </p:nvSpPr>
        <p:spPr>
          <a:xfrm>
            <a:off x="10807995" y="6356350"/>
            <a:ext cx="723014" cy="365125"/>
          </a:xfrm>
        </p:spPr>
        <p:txBody>
          <a:bodyPr vert="horz" lIns="91440" tIns="45720" rIns="91440" bIns="45720" rtlCol="0" anchor="ctr">
            <a:normAutofit/>
          </a:bodyPr>
          <a:lstStyle/>
          <a:p>
            <a:pPr>
              <a:spcAft>
                <a:spcPts val="600"/>
              </a:spcAft>
            </a:pPr>
            <a:fld id="{70C12960-6E85-460F-B6E3-5B82CB31AF3D}" type="slidenum">
              <a:rPr lang="en-US" dirty="0"/>
              <a:pPr>
                <a:spcAft>
                  <a:spcPts val="600"/>
                </a:spcAft>
              </a:pPr>
              <a:t>13</a:t>
            </a:fld>
            <a:endParaRPr lang="en-US"/>
          </a:p>
        </p:txBody>
      </p:sp>
    </p:spTree>
    <p:extLst>
      <p:ext uri="{BB962C8B-B14F-4D97-AF65-F5344CB8AC3E}">
        <p14:creationId xmlns:p14="http://schemas.microsoft.com/office/powerpoint/2010/main" val="1669696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334FB-057A-6E29-D786-028A542CBE1B}"/>
              </a:ext>
            </a:extLst>
          </p:cNvPr>
          <p:cNvSpPr>
            <a:spLocks noGrp="1"/>
          </p:cNvSpPr>
          <p:nvPr>
            <p:ph type="title"/>
          </p:nvPr>
        </p:nvSpPr>
        <p:spPr>
          <a:xfrm>
            <a:off x="914400" y="1371601"/>
            <a:ext cx="10363200" cy="609502"/>
          </a:xfrm>
        </p:spPr>
        <p:txBody>
          <a:bodyPr>
            <a:normAutofit/>
          </a:bodyPr>
          <a:lstStyle/>
          <a:p>
            <a:r>
              <a:rPr lang="en-US" sz="3000" b="1">
                <a:latin typeface="Lucida Bright"/>
              </a:rPr>
              <a:t>Data Results</a:t>
            </a:r>
          </a:p>
        </p:txBody>
      </p:sp>
      <p:sp>
        <p:nvSpPr>
          <p:cNvPr id="3" name="Picture Placeholder 2">
            <a:extLst>
              <a:ext uri="{FF2B5EF4-FFF2-40B4-BE49-F238E27FC236}">
                <a16:creationId xmlns:a16="http://schemas.microsoft.com/office/drawing/2014/main" id="{2F72730A-EEF2-5B7C-5386-0126FA342239}"/>
              </a:ext>
            </a:extLst>
          </p:cNvPr>
          <p:cNvSpPr>
            <a:spLocks noGrp="1"/>
          </p:cNvSpPr>
          <p:nvPr>
            <p:ph idx="1"/>
          </p:nvPr>
        </p:nvSpPr>
        <p:spPr>
          <a:xfrm>
            <a:off x="914399" y="1990956"/>
            <a:ext cx="5516938" cy="1741346"/>
          </a:xfrm>
        </p:spPr>
        <p:txBody>
          <a:bodyPr vert="horz" lIns="91440" tIns="45720" rIns="91440" bIns="45720" rtlCol="0" anchor="t">
            <a:normAutofit/>
          </a:bodyPr>
          <a:lstStyle/>
          <a:p>
            <a:r>
              <a:rPr lang="en-US" sz="1500">
                <a:latin typeface="Lucida Bright"/>
              </a:rPr>
              <a:t>The percentage of the force from aerodynamics increases as the speed increases</a:t>
            </a:r>
          </a:p>
          <a:p>
            <a:r>
              <a:rPr lang="en-US" sz="1500">
                <a:latin typeface="Lucida Bright"/>
              </a:rPr>
              <a:t>The Drag force made up a higher percentage of total road load force at higher c coefficient</a:t>
            </a:r>
          </a:p>
          <a:p>
            <a:endParaRPr lang="en-US" sz="1500">
              <a:latin typeface="Lucida Bright"/>
            </a:endParaRPr>
          </a:p>
          <a:p>
            <a:pPr marL="0" indent="0">
              <a:buNone/>
            </a:pPr>
            <a:endParaRPr lang="en-US" sz="1500">
              <a:latin typeface="Lucida Bright"/>
            </a:endParaRPr>
          </a:p>
        </p:txBody>
      </p:sp>
      <p:sp>
        <p:nvSpPr>
          <p:cNvPr id="5" name="Date Placeholder 4">
            <a:extLst>
              <a:ext uri="{FF2B5EF4-FFF2-40B4-BE49-F238E27FC236}">
                <a16:creationId xmlns:a16="http://schemas.microsoft.com/office/drawing/2014/main" id="{627B6F23-5746-4949-F694-4C97774671C2}"/>
              </a:ext>
            </a:extLst>
          </p:cNvPr>
          <p:cNvSpPr>
            <a:spLocks noGrp="1"/>
          </p:cNvSpPr>
          <p:nvPr>
            <p:ph type="dt" sz="half" idx="10"/>
          </p:nvPr>
        </p:nvSpPr>
        <p:spPr/>
        <p:txBody>
          <a:bodyPr/>
          <a:lstStyle/>
          <a:p>
            <a:fld id="{C57AFB59-BAEA-42C4-9FAD-5CC9EF3690F6}" type="datetime1">
              <a:t>5/6/2026</a:t>
            </a:fld>
            <a:endParaRPr lang="en-US"/>
          </a:p>
        </p:txBody>
      </p:sp>
      <p:sp>
        <p:nvSpPr>
          <p:cNvPr id="6" name="Footer Placeholder 5">
            <a:extLst>
              <a:ext uri="{FF2B5EF4-FFF2-40B4-BE49-F238E27FC236}">
                <a16:creationId xmlns:a16="http://schemas.microsoft.com/office/drawing/2014/main" id="{825CC354-1932-D26E-0117-35E6064C29A4}"/>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4CB75B9A-C68D-9810-02CD-D498101DF6B7}"/>
              </a:ext>
            </a:extLst>
          </p:cNvPr>
          <p:cNvSpPr>
            <a:spLocks noGrp="1"/>
          </p:cNvSpPr>
          <p:nvPr>
            <p:ph type="sldNum" sz="quarter" idx="12"/>
          </p:nvPr>
        </p:nvSpPr>
        <p:spPr/>
        <p:txBody>
          <a:bodyPr/>
          <a:lstStyle/>
          <a:p>
            <a:fld id="{70C12960-6E85-460F-B6E3-5B82CB31AF3D}" type="slidenum">
              <a:rPr lang="en-US" dirty="0"/>
              <a:t>14</a:t>
            </a:fld>
            <a:endParaRPr lang="en-US"/>
          </a:p>
        </p:txBody>
      </p:sp>
      <p:pic>
        <p:nvPicPr>
          <p:cNvPr id="8" name="Picture 7" descr="A graph of fuel consumption&#10;&#10;AI-generated content may be incorrect.">
            <a:extLst>
              <a:ext uri="{FF2B5EF4-FFF2-40B4-BE49-F238E27FC236}">
                <a16:creationId xmlns:a16="http://schemas.microsoft.com/office/drawing/2014/main" id="{3814E8AF-4239-E489-F5C0-BC39F09DC593}"/>
              </a:ext>
            </a:extLst>
          </p:cNvPr>
          <p:cNvPicPr>
            <a:picLocks noChangeAspect="1"/>
          </p:cNvPicPr>
          <p:nvPr/>
        </p:nvPicPr>
        <p:blipFill>
          <a:blip r:embed="rId2"/>
          <a:stretch>
            <a:fillRect/>
          </a:stretch>
        </p:blipFill>
        <p:spPr>
          <a:xfrm>
            <a:off x="6668480" y="3347762"/>
            <a:ext cx="5171892" cy="3019696"/>
          </a:xfrm>
          <a:prstGeom prst="rect">
            <a:avLst/>
          </a:prstGeom>
        </p:spPr>
      </p:pic>
      <p:sp>
        <p:nvSpPr>
          <p:cNvPr id="10" name="TextBox 9">
            <a:extLst>
              <a:ext uri="{FF2B5EF4-FFF2-40B4-BE49-F238E27FC236}">
                <a16:creationId xmlns:a16="http://schemas.microsoft.com/office/drawing/2014/main" id="{1739F195-C064-DBCE-72B9-7CD0E733C6D7}"/>
              </a:ext>
            </a:extLst>
          </p:cNvPr>
          <p:cNvSpPr txBox="1"/>
          <p:nvPr/>
        </p:nvSpPr>
        <p:spPr>
          <a:xfrm>
            <a:off x="6665482" y="1990247"/>
            <a:ext cx="4623047"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500">
                <a:latin typeface="Lucida Bright"/>
              </a:rPr>
              <a:t>Fuel consumption was higher as speed increased, and lower when speed is steady or decreasing</a:t>
            </a:r>
          </a:p>
        </p:txBody>
      </p:sp>
      <p:pic>
        <p:nvPicPr>
          <p:cNvPr id="11" name="Picture 10" descr="A graph of a speed test&#10;&#10;AI-generated content may be incorrect.">
            <a:extLst>
              <a:ext uri="{FF2B5EF4-FFF2-40B4-BE49-F238E27FC236}">
                <a16:creationId xmlns:a16="http://schemas.microsoft.com/office/drawing/2014/main" id="{67A651E9-40A0-99EB-0365-F0918A065EF7}"/>
              </a:ext>
            </a:extLst>
          </p:cNvPr>
          <p:cNvPicPr>
            <a:picLocks noChangeAspect="1"/>
          </p:cNvPicPr>
          <p:nvPr/>
        </p:nvPicPr>
        <p:blipFill>
          <a:blip r:embed="rId3"/>
          <a:stretch>
            <a:fillRect/>
          </a:stretch>
        </p:blipFill>
        <p:spPr>
          <a:xfrm>
            <a:off x="912668" y="3345872"/>
            <a:ext cx="4972049" cy="3006437"/>
          </a:xfrm>
          <a:prstGeom prst="rect">
            <a:avLst/>
          </a:prstGeom>
        </p:spPr>
      </p:pic>
    </p:spTree>
    <p:extLst>
      <p:ext uri="{BB962C8B-B14F-4D97-AF65-F5344CB8AC3E}">
        <p14:creationId xmlns:p14="http://schemas.microsoft.com/office/powerpoint/2010/main" val="3580487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5D961-93B8-51D4-2D74-1E82C69E33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09667-3C25-F3FD-AE81-3E06266C98B5}"/>
              </a:ext>
            </a:extLst>
          </p:cNvPr>
          <p:cNvSpPr>
            <a:spLocks noGrp="1"/>
          </p:cNvSpPr>
          <p:nvPr>
            <p:ph type="title"/>
          </p:nvPr>
        </p:nvSpPr>
        <p:spPr>
          <a:xfrm>
            <a:off x="914400" y="1371601"/>
            <a:ext cx="10363200" cy="609502"/>
          </a:xfrm>
        </p:spPr>
        <p:txBody>
          <a:bodyPr>
            <a:normAutofit/>
          </a:bodyPr>
          <a:lstStyle/>
          <a:p>
            <a:r>
              <a:rPr lang="en-US" sz="3000" b="1">
                <a:latin typeface="Lucida Bright"/>
              </a:rPr>
              <a:t>Data Results</a:t>
            </a:r>
          </a:p>
        </p:txBody>
      </p:sp>
      <p:sp>
        <p:nvSpPr>
          <p:cNvPr id="3" name="Picture Placeholder 2">
            <a:extLst>
              <a:ext uri="{FF2B5EF4-FFF2-40B4-BE49-F238E27FC236}">
                <a16:creationId xmlns:a16="http://schemas.microsoft.com/office/drawing/2014/main" id="{A3C5272F-BD6D-A5E8-F2EA-718F15D6E75F}"/>
              </a:ext>
            </a:extLst>
          </p:cNvPr>
          <p:cNvSpPr>
            <a:spLocks noGrp="1"/>
          </p:cNvSpPr>
          <p:nvPr>
            <p:ph idx="1"/>
          </p:nvPr>
        </p:nvSpPr>
        <p:spPr>
          <a:xfrm>
            <a:off x="914399" y="2086206"/>
            <a:ext cx="5345876" cy="3845727"/>
          </a:xfrm>
        </p:spPr>
        <p:txBody>
          <a:bodyPr vert="horz" lIns="91440" tIns="45720" rIns="91440" bIns="45720" rtlCol="0" anchor="t">
            <a:normAutofit/>
          </a:bodyPr>
          <a:lstStyle/>
          <a:p>
            <a:r>
              <a:rPr lang="en-US" sz="1500">
                <a:latin typeface="Lucida Bright"/>
              </a:rPr>
              <a:t>The MPG was found to decrease as the C coefficient became larger. This would correspond with a larger drag coefficient.</a:t>
            </a:r>
          </a:p>
          <a:p>
            <a:endParaRPr lang="en-US" sz="1500">
              <a:latin typeface="Lucida Bright"/>
            </a:endParaRPr>
          </a:p>
        </p:txBody>
      </p:sp>
      <p:sp>
        <p:nvSpPr>
          <p:cNvPr id="5" name="Date Placeholder 4">
            <a:extLst>
              <a:ext uri="{FF2B5EF4-FFF2-40B4-BE49-F238E27FC236}">
                <a16:creationId xmlns:a16="http://schemas.microsoft.com/office/drawing/2014/main" id="{86217771-19F0-EFA9-BA1E-80F20F9A365C}"/>
              </a:ext>
            </a:extLst>
          </p:cNvPr>
          <p:cNvSpPr>
            <a:spLocks noGrp="1"/>
          </p:cNvSpPr>
          <p:nvPr>
            <p:ph type="dt" sz="half" idx="10"/>
          </p:nvPr>
        </p:nvSpPr>
        <p:spPr/>
        <p:txBody>
          <a:bodyPr/>
          <a:lstStyle/>
          <a:p>
            <a:fld id="{C57AFB59-BAEA-42C4-9FAD-5CC9EF3690F6}" type="datetime1">
              <a:t>5/6/2026</a:t>
            </a:fld>
            <a:endParaRPr lang="en-US"/>
          </a:p>
        </p:txBody>
      </p:sp>
      <p:sp>
        <p:nvSpPr>
          <p:cNvPr id="6" name="Footer Placeholder 5">
            <a:extLst>
              <a:ext uri="{FF2B5EF4-FFF2-40B4-BE49-F238E27FC236}">
                <a16:creationId xmlns:a16="http://schemas.microsoft.com/office/drawing/2014/main" id="{59BE0B34-C872-B867-FA14-1AA0E8CC64CE}"/>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1F95F4B-88D6-90E4-A4A8-65AF2047FB07}"/>
              </a:ext>
            </a:extLst>
          </p:cNvPr>
          <p:cNvSpPr>
            <a:spLocks noGrp="1"/>
          </p:cNvSpPr>
          <p:nvPr>
            <p:ph type="sldNum" sz="quarter" idx="12"/>
          </p:nvPr>
        </p:nvSpPr>
        <p:spPr/>
        <p:txBody>
          <a:bodyPr/>
          <a:lstStyle/>
          <a:p>
            <a:fld id="{70C12960-6E85-460F-B6E3-5B82CB31AF3D}" type="slidenum">
              <a:rPr lang="en-US" dirty="0"/>
              <a:t>15</a:t>
            </a:fld>
            <a:endParaRPr lang="en-US"/>
          </a:p>
        </p:txBody>
      </p:sp>
      <p:sp>
        <p:nvSpPr>
          <p:cNvPr id="9" name="TextBox 8">
            <a:extLst>
              <a:ext uri="{FF2B5EF4-FFF2-40B4-BE49-F238E27FC236}">
                <a16:creationId xmlns:a16="http://schemas.microsoft.com/office/drawing/2014/main" id="{72A20DEB-550D-1937-6856-A9783EF795D7}"/>
              </a:ext>
            </a:extLst>
          </p:cNvPr>
          <p:cNvSpPr txBox="1"/>
          <p:nvPr/>
        </p:nvSpPr>
        <p:spPr>
          <a:xfrm>
            <a:off x="6249496" y="1989062"/>
            <a:ext cx="594746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20000"/>
              </a:lnSpc>
              <a:spcBef>
                <a:spcPts val="1000"/>
              </a:spcBef>
              <a:buFont typeface="Arial"/>
              <a:buChar char="•"/>
            </a:pPr>
            <a:r>
              <a:rPr lang="en-US" sz="1500">
                <a:latin typeface="Lucida Bright"/>
              </a:rPr>
              <a:t>Decreasing the c coefficient by a 10% yielded a 3.4% increase in fuel efficiency. This would be comparable to decreasing the drag coefficient to around 0.25</a:t>
            </a:r>
          </a:p>
          <a:p>
            <a:pPr algn="l"/>
            <a:endParaRPr lang="en-US"/>
          </a:p>
        </p:txBody>
      </p:sp>
      <p:pic>
        <p:nvPicPr>
          <p:cNvPr id="4" name="Picture 3" descr="A graph with a line&#10;&#10;AI-generated content may be incorrect.">
            <a:extLst>
              <a:ext uri="{FF2B5EF4-FFF2-40B4-BE49-F238E27FC236}">
                <a16:creationId xmlns:a16="http://schemas.microsoft.com/office/drawing/2014/main" id="{CD321A71-CD6D-E31B-1FAE-A6FBDB0446F4}"/>
              </a:ext>
            </a:extLst>
          </p:cNvPr>
          <p:cNvPicPr>
            <a:picLocks noChangeAspect="1"/>
          </p:cNvPicPr>
          <p:nvPr/>
        </p:nvPicPr>
        <p:blipFill>
          <a:blip r:embed="rId2"/>
          <a:stretch>
            <a:fillRect/>
          </a:stretch>
        </p:blipFill>
        <p:spPr>
          <a:xfrm>
            <a:off x="983331" y="3113170"/>
            <a:ext cx="5204160" cy="2941722"/>
          </a:xfrm>
          <a:prstGeom prst="rect">
            <a:avLst/>
          </a:prstGeom>
        </p:spPr>
      </p:pic>
      <p:pic>
        <p:nvPicPr>
          <p:cNvPr id="8" name="Picture 7" descr="A graph with a blue line&#10;&#10;AI-generated content may be incorrect.">
            <a:extLst>
              <a:ext uri="{FF2B5EF4-FFF2-40B4-BE49-F238E27FC236}">
                <a16:creationId xmlns:a16="http://schemas.microsoft.com/office/drawing/2014/main" id="{C17C0D48-6E9C-C278-77CD-47C159ED65D2}"/>
              </a:ext>
            </a:extLst>
          </p:cNvPr>
          <p:cNvPicPr>
            <a:picLocks noChangeAspect="1"/>
          </p:cNvPicPr>
          <p:nvPr/>
        </p:nvPicPr>
        <p:blipFill>
          <a:blip r:embed="rId3"/>
          <a:stretch>
            <a:fillRect/>
          </a:stretch>
        </p:blipFill>
        <p:spPr>
          <a:xfrm>
            <a:off x="6525126" y="3113170"/>
            <a:ext cx="5005138" cy="3013912"/>
          </a:xfrm>
          <a:prstGeom prst="rect">
            <a:avLst/>
          </a:prstGeom>
        </p:spPr>
      </p:pic>
    </p:spTree>
    <p:extLst>
      <p:ext uri="{BB962C8B-B14F-4D97-AF65-F5344CB8AC3E}">
        <p14:creationId xmlns:p14="http://schemas.microsoft.com/office/powerpoint/2010/main" val="480055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76DE3-72AE-F51E-6624-65CFE32553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9BE2D-1EF1-2588-8C80-37497D37E88C}"/>
              </a:ext>
            </a:extLst>
          </p:cNvPr>
          <p:cNvSpPr>
            <a:spLocks noGrp="1"/>
          </p:cNvSpPr>
          <p:nvPr>
            <p:ph type="title"/>
          </p:nvPr>
        </p:nvSpPr>
        <p:spPr>
          <a:xfrm>
            <a:off x="914400" y="1371601"/>
            <a:ext cx="10363200" cy="609502"/>
          </a:xfrm>
        </p:spPr>
        <p:txBody>
          <a:bodyPr>
            <a:normAutofit/>
          </a:bodyPr>
          <a:lstStyle/>
          <a:p>
            <a:r>
              <a:rPr lang="en-US" sz="3000" b="1">
                <a:latin typeface="Lucida Bright"/>
              </a:rPr>
              <a:t>Data Results</a:t>
            </a:r>
          </a:p>
        </p:txBody>
      </p:sp>
      <p:sp>
        <p:nvSpPr>
          <p:cNvPr id="3" name="Picture Placeholder 2">
            <a:extLst>
              <a:ext uri="{FF2B5EF4-FFF2-40B4-BE49-F238E27FC236}">
                <a16:creationId xmlns:a16="http://schemas.microsoft.com/office/drawing/2014/main" id="{14CBCC8F-8B48-5F5F-90E0-05A984A530E4}"/>
              </a:ext>
            </a:extLst>
          </p:cNvPr>
          <p:cNvSpPr>
            <a:spLocks noGrp="1"/>
          </p:cNvSpPr>
          <p:nvPr>
            <p:ph idx="1"/>
          </p:nvPr>
        </p:nvSpPr>
        <p:spPr>
          <a:xfrm>
            <a:off x="914399" y="2086206"/>
            <a:ext cx="5345876" cy="3845727"/>
          </a:xfrm>
        </p:spPr>
        <p:txBody>
          <a:bodyPr vert="horz" lIns="91440" tIns="45720" rIns="91440" bIns="45720" rtlCol="0" anchor="t">
            <a:normAutofit/>
          </a:bodyPr>
          <a:lstStyle/>
          <a:p>
            <a:r>
              <a:rPr lang="en-US" sz="1500">
                <a:latin typeface="Lucida Bright"/>
              </a:rPr>
              <a:t>The average MPG for speeds above 60 </a:t>
            </a:r>
            <a:r>
              <a:rPr lang="en-US" sz="1500" err="1">
                <a:latin typeface="Lucida Bright"/>
              </a:rPr>
              <a:t>mp</a:t>
            </a:r>
            <a:r>
              <a:rPr lang="en-US" sz="1500">
                <a:latin typeface="Lucida Bright"/>
              </a:rPr>
              <a:t>h was lower than the overall average.</a:t>
            </a:r>
          </a:p>
          <a:p>
            <a:pPr marL="0" indent="0">
              <a:buNone/>
            </a:pPr>
            <a:endParaRPr lang="en-US" sz="1500">
              <a:latin typeface="Lucida Bright"/>
            </a:endParaRPr>
          </a:p>
          <a:p>
            <a:endParaRPr lang="en-US" sz="1500">
              <a:latin typeface="Lucida Bright"/>
            </a:endParaRPr>
          </a:p>
        </p:txBody>
      </p:sp>
      <p:sp>
        <p:nvSpPr>
          <p:cNvPr id="5" name="Date Placeholder 4">
            <a:extLst>
              <a:ext uri="{FF2B5EF4-FFF2-40B4-BE49-F238E27FC236}">
                <a16:creationId xmlns:a16="http://schemas.microsoft.com/office/drawing/2014/main" id="{D2444FB4-6AF7-C99A-0465-870E63749035}"/>
              </a:ext>
            </a:extLst>
          </p:cNvPr>
          <p:cNvSpPr>
            <a:spLocks noGrp="1"/>
          </p:cNvSpPr>
          <p:nvPr>
            <p:ph type="dt" sz="half" idx="10"/>
          </p:nvPr>
        </p:nvSpPr>
        <p:spPr/>
        <p:txBody>
          <a:bodyPr/>
          <a:lstStyle/>
          <a:p>
            <a:fld id="{C57AFB59-BAEA-42C4-9FAD-5CC9EF3690F6}" type="datetime1">
              <a:t>5/6/2026</a:t>
            </a:fld>
            <a:endParaRPr lang="en-US"/>
          </a:p>
        </p:txBody>
      </p:sp>
      <p:sp>
        <p:nvSpPr>
          <p:cNvPr id="6" name="Footer Placeholder 5">
            <a:extLst>
              <a:ext uri="{FF2B5EF4-FFF2-40B4-BE49-F238E27FC236}">
                <a16:creationId xmlns:a16="http://schemas.microsoft.com/office/drawing/2014/main" id="{4271E1DF-5041-2B74-662D-CDC96FFE4F70}"/>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0D5C52AB-B77C-1213-E7A9-E6AE9F608FB0}"/>
              </a:ext>
            </a:extLst>
          </p:cNvPr>
          <p:cNvSpPr>
            <a:spLocks noGrp="1"/>
          </p:cNvSpPr>
          <p:nvPr>
            <p:ph type="sldNum" sz="quarter" idx="12"/>
          </p:nvPr>
        </p:nvSpPr>
        <p:spPr/>
        <p:txBody>
          <a:bodyPr/>
          <a:lstStyle/>
          <a:p>
            <a:fld id="{70C12960-6E85-460F-B6E3-5B82CB31AF3D}" type="slidenum">
              <a:rPr lang="en-US" dirty="0"/>
              <a:t>16</a:t>
            </a:fld>
            <a:endParaRPr lang="en-US"/>
          </a:p>
        </p:txBody>
      </p:sp>
      <p:sp>
        <p:nvSpPr>
          <p:cNvPr id="9" name="TextBox 8">
            <a:extLst>
              <a:ext uri="{FF2B5EF4-FFF2-40B4-BE49-F238E27FC236}">
                <a16:creationId xmlns:a16="http://schemas.microsoft.com/office/drawing/2014/main" id="{A5BCC9BC-A90F-3075-D23F-EED5558C04BE}"/>
              </a:ext>
            </a:extLst>
          </p:cNvPr>
          <p:cNvSpPr txBox="1"/>
          <p:nvPr/>
        </p:nvSpPr>
        <p:spPr>
          <a:xfrm>
            <a:off x="6249496" y="1989062"/>
            <a:ext cx="594746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20000"/>
              </a:lnSpc>
              <a:spcBef>
                <a:spcPts val="1000"/>
              </a:spcBef>
              <a:buFont typeface="Arial"/>
              <a:buChar char="•"/>
            </a:pPr>
            <a:r>
              <a:rPr lang="en-US" sz="1500">
                <a:latin typeface="Lucida Bright"/>
              </a:rPr>
              <a:t>For high speeds decreasing the c coefficient by a 10% yielded a 4.8% increase in efficiency. Reducing c by 25% would result in a 12.9% increase in efficiency</a:t>
            </a:r>
          </a:p>
          <a:p>
            <a:pPr algn="l"/>
            <a:endParaRPr lang="en-US"/>
          </a:p>
        </p:txBody>
      </p:sp>
      <p:pic>
        <p:nvPicPr>
          <p:cNvPr id="12" name="Picture 11" descr="A graph with a line&#10;&#10;AI-generated content may be incorrect.">
            <a:extLst>
              <a:ext uri="{FF2B5EF4-FFF2-40B4-BE49-F238E27FC236}">
                <a16:creationId xmlns:a16="http://schemas.microsoft.com/office/drawing/2014/main" id="{26EA9185-7C51-C8D4-0BFD-4EDCB12B8F54}"/>
              </a:ext>
            </a:extLst>
          </p:cNvPr>
          <p:cNvPicPr>
            <a:picLocks noChangeAspect="1"/>
          </p:cNvPicPr>
          <p:nvPr/>
        </p:nvPicPr>
        <p:blipFill>
          <a:blip r:embed="rId2"/>
          <a:stretch>
            <a:fillRect/>
          </a:stretch>
        </p:blipFill>
        <p:spPr>
          <a:xfrm>
            <a:off x="838200" y="3081087"/>
            <a:ext cx="4604084" cy="2821405"/>
          </a:xfrm>
          <a:prstGeom prst="rect">
            <a:avLst/>
          </a:prstGeom>
        </p:spPr>
      </p:pic>
      <p:pic>
        <p:nvPicPr>
          <p:cNvPr id="13" name="Picture 12" descr="A graph with a blue line&#10;&#10;AI-generated content may be incorrect.">
            <a:extLst>
              <a:ext uri="{FF2B5EF4-FFF2-40B4-BE49-F238E27FC236}">
                <a16:creationId xmlns:a16="http://schemas.microsoft.com/office/drawing/2014/main" id="{FEDB7D17-8C7E-262E-19A3-B56418B354C5}"/>
              </a:ext>
            </a:extLst>
          </p:cNvPr>
          <p:cNvPicPr>
            <a:picLocks noChangeAspect="1"/>
          </p:cNvPicPr>
          <p:nvPr/>
        </p:nvPicPr>
        <p:blipFill>
          <a:blip r:embed="rId3"/>
          <a:stretch>
            <a:fillRect/>
          </a:stretch>
        </p:blipFill>
        <p:spPr>
          <a:xfrm>
            <a:off x="6517104" y="3081086"/>
            <a:ext cx="4764506" cy="2837448"/>
          </a:xfrm>
          <a:prstGeom prst="rect">
            <a:avLst/>
          </a:prstGeom>
        </p:spPr>
      </p:pic>
    </p:spTree>
    <p:extLst>
      <p:ext uri="{BB962C8B-B14F-4D97-AF65-F5344CB8AC3E}">
        <p14:creationId xmlns:p14="http://schemas.microsoft.com/office/powerpoint/2010/main" val="306470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50F9C-2705-2B35-97E7-A1F4E847B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D1E505-D402-38BE-489F-3C724DF336AA}"/>
              </a:ext>
            </a:extLst>
          </p:cNvPr>
          <p:cNvSpPr>
            <a:spLocks noGrp="1"/>
          </p:cNvSpPr>
          <p:nvPr>
            <p:ph type="title"/>
          </p:nvPr>
        </p:nvSpPr>
        <p:spPr>
          <a:xfrm>
            <a:off x="914400" y="1371601"/>
            <a:ext cx="10363200" cy="609502"/>
          </a:xfrm>
        </p:spPr>
        <p:txBody>
          <a:bodyPr>
            <a:normAutofit/>
          </a:bodyPr>
          <a:lstStyle/>
          <a:p>
            <a:r>
              <a:rPr lang="en-US" sz="3000" b="1">
                <a:latin typeface="Lucida Bright"/>
              </a:rPr>
              <a:t>Efficiency Conclusions</a:t>
            </a:r>
          </a:p>
        </p:txBody>
      </p:sp>
      <p:sp>
        <p:nvSpPr>
          <p:cNvPr id="3" name="Picture Placeholder 2">
            <a:extLst>
              <a:ext uri="{FF2B5EF4-FFF2-40B4-BE49-F238E27FC236}">
                <a16:creationId xmlns:a16="http://schemas.microsoft.com/office/drawing/2014/main" id="{02DF9B97-C161-40AE-B09C-03DE79A0CF63}"/>
              </a:ext>
            </a:extLst>
          </p:cNvPr>
          <p:cNvSpPr>
            <a:spLocks noGrp="1"/>
          </p:cNvSpPr>
          <p:nvPr>
            <p:ph idx="1"/>
          </p:nvPr>
        </p:nvSpPr>
        <p:spPr>
          <a:xfrm>
            <a:off x="914399" y="2086206"/>
            <a:ext cx="10363200" cy="3855623"/>
          </a:xfrm>
        </p:spPr>
        <p:txBody>
          <a:bodyPr vert="horz" lIns="91440" tIns="45720" rIns="91440" bIns="45720" rtlCol="0" anchor="t">
            <a:normAutofit/>
          </a:bodyPr>
          <a:lstStyle/>
          <a:p>
            <a:r>
              <a:rPr lang="en-US" sz="1500">
                <a:latin typeface="Lucida Bright"/>
              </a:rPr>
              <a:t>The ratio of aerodynamic force to overall road load force is proportional to the speed</a:t>
            </a:r>
          </a:p>
          <a:p>
            <a:r>
              <a:rPr lang="en-US" sz="1500">
                <a:latin typeface="Lucida Bright"/>
              </a:rPr>
              <a:t>Fuel consumption is higher at higher speeds and when accelerating</a:t>
            </a:r>
          </a:p>
          <a:p>
            <a:r>
              <a:rPr lang="en-US" sz="1500">
                <a:latin typeface="Lucida Bright"/>
              </a:rPr>
              <a:t>The fuel efficiency increases as the aerodynamic force decreases</a:t>
            </a:r>
          </a:p>
          <a:p>
            <a:pPr marL="493395" lvl="1">
              <a:buFont typeface="Courier New" panose="020B0604020202020204" pitchFamily="34" charset="0"/>
              <a:buChar char="o"/>
            </a:pPr>
            <a:r>
              <a:rPr lang="en-US" sz="1300">
                <a:latin typeface="Lucida Bright"/>
              </a:rPr>
              <a:t>Done through altering the frontal area or coefficient of drag</a:t>
            </a:r>
          </a:p>
          <a:p>
            <a:r>
              <a:rPr lang="en-US" sz="1500">
                <a:latin typeface="Lucida Bright"/>
              </a:rPr>
              <a:t>When looking at high speed scenarios, reducing the aerodynamic force on the vehicle produces greater efficiency improvements.</a:t>
            </a:r>
          </a:p>
          <a:p>
            <a:r>
              <a:rPr lang="en-US" sz="1500">
                <a:latin typeface="Lucida Bright"/>
              </a:rPr>
              <a:t>Some of the  limitations of this model is that it relies on the C coefficient to find the aerodynamic force. This can cause the force to be slightly lower than expected. This was adjusted for by using online information about the Accord's drag coefficient to accurately capture the fuel efficiency effects. </a:t>
            </a:r>
          </a:p>
          <a:p>
            <a:pPr marL="264795" lvl="1" indent="0">
              <a:buNone/>
            </a:pPr>
            <a:endParaRPr lang="en-US" sz="1300">
              <a:latin typeface="Lucida Bright"/>
            </a:endParaRPr>
          </a:p>
        </p:txBody>
      </p:sp>
      <p:sp>
        <p:nvSpPr>
          <p:cNvPr id="5" name="Date Placeholder 4">
            <a:extLst>
              <a:ext uri="{FF2B5EF4-FFF2-40B4-BE49-F238E27FC236}">
                <a16:creationId xmlns:a16="http://schemas.microsoft.com/office/drawing/2014/main" id="{765DF025-09BD-1DED-F52E-22D1A1190E32}"/>
              </a:ext>
            </a:extLst>
          </p:cNvPr>
          <p:cNvSpPr>
            <a:spLocks noGrp="1"/>
          </p:cNvSpPr>
          <p:nvPr>
            <p:ph type="dt" sz="half" idx="10"/>
          </p:nvPr>
        </p:nvSpPr>
        <p:spPr/>
        <p:txBody>
          <a:bodyPr/>
          <a:lstStyle/>
          <a:p>
            <a:fld id="{C57AFB59-BAEA-42C4-9FAD-5CC9EF3690F6}" type="datetime1">
              <a:t>5/6/2026</a:t>
            </a:fld>
            <a:endParaRPr lang="en-US"/>
          </a:p>
        </p:txBody>
      </p:sp>
      <p:sp>
        <p:nvSpPr>
          <p:cNvPr id="6" name="Footer Placeholder 5">
            <a:extLst>
              <a:ext uri="{FF2B5EF4-FFF2-40B4-BE49-F238E27FC236}">
                <a16:creationId xmlns:a16="http://schemas.microsoft.com/office/drawing/2014/main" id="{59BA2625-64F8-49C9-8056-D38519250023}"/>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14A2C67-7AD3-DF0C-2100-39FAFB2B8778}"/>
              </a:ext>
            </a:extLst>
          </p:cNvPr>
          <p:cNvSpPr>
            <a:spLocks noGrp="1"/>
          </p:cNvSpPr>
          <p:nvPr>
            <p:ph type="sldNum" sz="quarter" idx="12"/>
          </p:nvPr>
        </p:nvSpPr>
        <p:spPr/>
        <p:txBody>
          <a:bodyPr/>
          <a:lstStyle/>
          <a:p>
            <a:fld id="{70C12960-6E85-460F-B6E3-5B82CB31AF3D}" type="slidenum">
              <a:rPr lang="en-US" dirty="0"/>
              <a:t>17</a:t>
            </a:fld>
            <a:endParaRPr lang="en-US"/>
          </a:p>
        </p:txBody>
      </p:sp>
    </p:spTree>
    <p:extLst>
      <p:ext uri="{BB962C8B-B14F-4D97-AF65-F5344CB8AC3E}">
        <p14:creationId xmlns:p14="http://schemas.microsoft.com/office/powerpoint/2010/main" val="838980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DC967-7BC0-57D6-E2F6-1DC22EC9D0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618D1-3F98-4EA2-5035-03BBBF05B150}"/>
              </a:ext>
            </a:extLst>
          </p:cNvPr>
          <p:cNvSpPr>
            <a:spLocks noGrp="1"/>
          </p:cNvSpPr>
          <p:nvPr>
            <p:ph type="title"/>
          </p:nvPr>
        </p:nvSpPr>
        <p:spPr>
          <a:xfrm>
            <a:off x="914400" y="1371601"/>
            <a:ext cx="10363200" cy="609502"/>
          </a:xfrm>
        </p:spPr>
        <p:txBody>
          <a:bodyPr>
            <a:normAutofit/>
          </a:bodyPr>
          <a:lstStyle/>
          <a:p>
            <a:r>
              <a:rPr lang="en-US" sz="3000" b="1">
                <a:latin typeface="Lucida Bright"/>
              </a:rPr>
              <a:t>How to Reduce Aerodynamic Force</a:t>
            </a:r>
          </a:p>
        </p:txBody>
      </p:sp>
      <p:sp>
        <p:nvSpPr>
          <p:cNvPr id="3" name="Picture Placeholder 2">
            <a:extLst>
              <a:ext uri="{FF2B5EF4-FFF2-40B4-BE49-F238E27FC236}">
                <a16:creationId xmlns:a16="http://schemas.microsoft.com/office/drawing/2014/main" id="{91E4E8DC-9BF1-B20B-4B5D-E214D67515A7}"/>
              </a:ext>
            </a:extLst>
          </p:cNvPr>
          <p:cNvSpPr>
            <a:spLocks noGrp="1"/>
          </p:cNvSpPr>
          <p:nvPr>
            <p:ph idx="1"/>
          </p:nvPr>
        </p:nvSpPr>
        <p:spPr>
          <a:xfrm>
            <a:off x="914399" y="2086206"/>
            <a:ext cx="10363200" cy="3855623"/>
          </a:xfrm>
        </p:spPr>
        <p:txBody>
          <a:bodyPr vert="horz" lIns="91440" tIns="45720" rIns="91440" bIns="45720" rtlCol="0" anchor="t">
            <a:normAutofit/>
          </a:bodyPr>
          <a:lstStyle/>
          <a:p>
            <a:r>
              <a:rPr lang="en-US" sz="1800">
                <a:latin typeface="Lucida Bright"/>
              </a:rPr>
              <a:t>Improve the Coefficient of Drag – This involves optimizing the design of the vehicle. </a:t>
            </a:r>
            <a:endParaRPr lang="en-US" sz="1800">
              <a:latin typeface="Grandview Display"/>
            </a:endParaRPr>
          </a:p>
          <a:p>
            <a:pPr marL="493395" lvl="1">
              <a:buFont typeface="Courier New" panose="020B0604020202020204" pitchFamily="34" charset="0"/>
              <a:buChar char="o"/>
            </a:pPr>
            <a:r>
              <a:rPr lang="en-US" sz="1500">
                <a:latin typeface="Lucida Bright"/>
              </a:rPr>
              <a:t>Rounding the edges of the front of the car to emulate teardrop shape</a:t>
            </a:r>
            <a:endParaRPr lang="en-US" sz="1500"/>
          </a:p>
          <a:p>
            <a:pPr marL="493395" lvl="1">
              <a:buFont typeface="Courier New" panose="020B0604020202020204" pitchFamily="34" charset="0"/>
              <a:buChar char="o"/>
            </a:pPr>
            <a:r>
              <a:rPr lang="en-US" sz="1500">
                <a:latin typeface="Lucida Bright"/>
              </a:rPr>
              <a:t>Taper the back of the car </a:t>
            </a:r>
          </a:p>
          <a:p>
            <a:pPr marL="493395" lvl="1">
              <a:buFont typeface="Courier New" panose="020B0604020202020204" pitchFamily="34" charset="0"/>
              <a:buChar char="o"/>
            </a:pPr>
            <a:r>
              <a:rPr lang="en-US" sz="1500">
                <a:latin typeface="Lucida Bright"/>
              </a:rPr>
              <a:t>Adding boat tails or spoilers to the back of the car</a:t>
            </a:r>
          </a:p>
          <a:p>
            <a:pPr marL="493395" lvl="1">
              <a:buFont typeface="Courier New" panose="020B0604020202020204" pitchFamily="34" charset="0"/>
              <a:buChar char="o"/>
            </a:pPr>
            <a:r>
              <a:rPr lang="en-US" sz="1500">
                <a:latin typeface="Lucida Bright"/>
              </a:rPr>
              <a:t>Reduce the ground clearance</a:t>
            </a:r>
          </a:p>
          <a:p>
            <a:r>
              <a:rPr lang="en-US" sz="1800">
                <a:latin typeface="Lucida Bright"/>
              </a:rPr>
              <a:t>Decrease the Frontal Area – Decreasing the frontal area means the car will have to displace less air when driving.</a:t>
            </a:r>
          </a:p>
          <a:p>
            <a:endParaRPr lang="en-US" sz="1500">
              <a:latin typeface="Lucida Bright"/>
            </a:endParaRPr>
          </a:p>
        </p:txBody>
      </p:sp>
      <p:sp>
        <p:nvSpPr>
          <p:cNvPr id="5" name="Date Placeholder 4">
            <a:extLst>
              <a:ext uri="{FF2B5EF4-FFF2-40B4-BE49-F238E27FC236}">
                <a16:creationId xmlns:a16="http://schemas.microsoft.com/office/drawing/2014/main" id="{DD0D824F-5049-8B80-0612-E7B18C492D61}"/>
              </a:ext>
            </a:extLst>
          </p:cNvPr>
          <p:cNvSpPr>
            <a:spLocks noGrp="1"/>
          </p:cNvSpPr>
          <p:nvPr>
            <p:ph type="dt" sz="half" idx="10"/>
          </p:nvPr>
        </p:nvSpPr>
        <p:spPr/>
        <p:txBody>
          <a:bodyPr/>
          <a:lstStyle/>
          <a:p>
            <a:fld id="{C57AFB59-BAEA-42C4-9FAD-5CC9EF3690F6}" type="datetime1">
              <a:t>5/6/2026</a:t>
            </a:fld>
            <a:endParaRPr lang="en-US"/>
          </a:p>
        </p:txBody>
      </p:sp>
      <p:sp>
        <p:nvSpPr>
          <p:cNvPr id="6" name="Footer Placeholder 5">
            <a:extLst>
              <a:ext uri="{FF2B5EF4-FFF2-40B4-BE49-F238E27FC236}">
                <a16:creationId xmlns:a16="http://schemas.microsoft.com/office/drawing/2014/main" id="{A3C84B92-1114-31C5-AE66-4FDA35910073}"/>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9B915B3C-3FDA-524E-65EF-D9D0BC46C157}"/>
              </a:ext>
            </a:extLst>
          </p:cNvPr>
          <p:cNvSpPr>
            <a:spLocks noGrp="1"/>
          </p:cNvSpPr>
          <p:nvPr>
            <p:ph type="sldNum" sz="quarter" idx="12"/>
          </p:nvPr>
        </p:nvSpPr>
        <p:spPr/>
        <p:txBody>
          <a:bodyPr/>
          <a:lstStyle/>
          <a:p>
            <a:fld id="{70C12960-6E85-460F-B6E3-5B82CB31AF3D}" type="slidenum">
              <a:rPr lang="en-US" dirty="0"/>
              <a:t>18</a:t>
            </a:fld>
            <a:endParaRPr lang="en-US"/>
          </a:p>
        </p:txBody>
      </p:sp>
    </p:spTree>
    <p:extLst>
      <p:ext uri="{BB962C8B-B14F-4D97-AF65-F5344CB8AC3E}">
        <p14:creationId xmlns:p14="http://schemas.microsoft.com/office/powerpoint/2010/main" val="3617736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0CFDD-ADD7-4F7D-D534-BCF70F29938E}"/>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F4839546-1FF6-C3D5-999A-30D3EA0F93D4}"/>
              </a:ext>
            </a:extLst>
          </p:cNvPr>
          <p:cNvSpPr>
            <a:spLocks noGrp="1"/>
          </p:cNvSpPr>
          <p:nvPr>
            <p:ph idx="1"/>
          </p:nvPr>
        </p:nvSpPr>
        <p:spPr/>
        <p:txBody>
          <a:bodyPr vert="horz" lIns="91440" tIns="45720" rIns="91440" bIns="45720" rtlCol="0" anchor="t">
            <a:normAutofit/>
          </a:bodyPr>
          <a:lstStyle/>
          <a:p>
            <a:r>
              <a:rPr lang="en-US">
                <a:ea typeface="+mn-lt"/>
                <a:cs typeface="+mn-lt"/>
                <a:hlinkClick r:id="rId2"/>
              </a:rPr>
              <a:t>OnlineWindTunnel.jpg (1966×1194)</a:t>
            </a:r>
          </a:p>
          <a:p>
            <a:r>
              <a:rPr lang="en-US">
                <a:solidFill>
                  <a:srgbClr val="000000"/>
                </a:solidFill>
                <a:latin typeface="Grandview Display"/>
                <a:hlinkClick r:id="rId3"/>
              </a:rPr>
              <a:t>https://img2.carmax.com/assets/27384724/hero.jpg?width=400&amp;height=300</a:t>
            </a:r>
            <a:endParaRPr lang="en-US">
              <a:solidFill>
                <a:srgbClr val="000000"/>
              </a:solidFill>
              <a:latin typeface="Grandview Display"/>
            </a:endParaRPr>
          </a:p>
          <a:p>
            <a:r>
              <a:rPr lang="en-US">
                <a:solidFill>
                  <a:srgbClr val="000000"/>
                </a:solidFill>
                <a:ea typeface="+mn-lt"/>
                <a:cs typeface="+mn-lt"/>
                <a:hlinkClick r:id="rId4"/>
              </a:rPr>
              <a:t>2015 Accord Hybrid Specifications &amp; Features</a:t>
            </a:r>
          </a:p>
          <a:p>
            <a:r>
              <a:rPr lang="en-US">
                <a:solidFill>
                  <a:srgbClr val="000000"/>
                </a:solidFill>
                <a:ea typeface="+mn-lt"/>
                <a:cs typeface="+mn-lt"/>
                <a:hlinkClick r:id="rId5"/>
              </a:rPr>
              <a:t>2022 Mercedes-Benz EQS second drive review: The S-Class of EVs - CNET</a:t>
            </a:r>
            <a:endParaRPr lang="en-US">
              <a:solidFill>
                <a:srgbClr val="000000"/>
              </a:solidFill>
              <a:ea typeface="+mn-lt"/>
              <a:cs typeface="+mn-lt"/>
            </a:endParaRPr>
          </a:p>
          <a:p>
            <a:r>
              <a:rPr lang="en-US">
                <a:solidFill>
                  <a:srgbClr val="000000"/>
                </a:solidFill>
                <a:ea typeface="+mn-lt"/>
                <a:cs typeface="+mn-lt"/>
                <a:hlinkClick r:id="rId6"/>
              </a:rPr>
              <a:t>2015 Honda Accord Hybrid Touring</a:t>
            </a:r>
            <a:endParaRPr lang="en-US">
              <a:solidFill>
                <a:srgbClr val="000000"/>
              </a:solidFill>
              <a:ea typeface="+mn-lt"/>
              <a:cs typeface="+mn-lt"/>
            </a:endParaRPr>
          </a:p>
          <a:p>
            <a:r>
              <a:rPr lang="en-US">
                <a:solidFill>
                  <a:srgbClr val="000000"/>
                </a:solidFill>
                <a:ea typeface="+mn-lt"/>
                <a:cs typeface="+mn-lt"/>
                <a:hlinkClick r:id="rId7"/>
              </a:rPr>
              <a:t>SUV Review: 2021 Kia Soul EV Limited - Driving.ca | Driving</a:t>
            </a:r>
            <a:endParaRPr lang="en-US">
              <a:solidFill>
                <a:srgbClr val="000000"/>
              </a:solidFill>
              <a:ea typeface="+mn-lt"/>
              <a:cs typeface="+mn-lt"/>
            </a:endParaRPr>
          </a:p>
          <a:p>
            <a:r>
              <a:rPr lang="en-US">
                <a:solidFill>
                  <a:srgbClr val="000000"/>
                </a:solidFill>
                <a:ea typeface="+mn-lt"/>
                <a:cs typeface="+mn-lt"/>
                <a:hlinkClick r:id="rId8">
                  <a:extLst>
                    <a:ext uri="{A12FA001-AC4F-418D-AE19-62706E023703}">
                      <ahyp:hlinkClr xmlns:ahyp="http://schemas.microsoft.com/office/drawing/2018/hyperlinkcolor" val="tx"/>
                    </a:ext>
                  </a:extLst>
                </a:hlinkClick>
              </a:rPr>
              <a:t>us06dds.gif (520×272)</a:t>
            </a:r>
          </a:p>
        </p:txBody>
      </p:sp>
    </p:spTree>
    <p:extLst>
      <p:ext uri="{BB962C8B-B14F-4D97-AF65-F5344CB8AC3E}">
        <p14:creationId xmlns:p14="http://schemas.microsoft.com/office/powerpoint/2010/main" val="4232321948"/>
      </p:ext>
    </p:extLst>
  </p:cSld>
  <p:clrMapOvr>
    <a:masterClrMapping/>
  </p:clrMapOvr>
</p:sld>
</file>

<file path=ppt/theme/theme1.xml><?xml version="1.0" encoding="utf-8"?>
<a:theme xmlns:a="http://schemas.openxmlformats.org/drawingml/2006/main" name="DashVTI">
  <a:themeElements>
    <a:clrScheme name="DashVTI">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DashVTI">
      <a:majorFont>
        <a:latin typeface="Grandview Display"/>
        <a:ea typeface=""/>
        <a:cs typeface=""/>
      </a:majorFont>
      <a:minorFont>
        <a:latin typeface="Grandview Display"/>
        <a:ea typeface=""/>
        <a:cs typeface=""/>
      </a:minorFont>
    </a:fontScheme>
    <a:fmtScheme name="Das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E0E31462-65AE-4087-9B94-B3347EE711B2}" vid="{CA8B31CB-369F-4872-A917-A9EAAF9182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19</Slides>
  <Notes>3</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DashVTI</vt:lpstr>
      <vt:lpstr>IMPACT OF VEHICLE AERODYNAMICS ON FUEL EFFICIENCY</vt:lpstr>
      <vt:lpstr>Background: Energy Loss in Motion</vt:lpstr>
      <vt:lpstr>Background: The Physics of Drag </vt:lpstr>
      <vt:lpstr>Vehicle Selection: 2015 Honda Accord Hybrid</vt:lpstr>
      <vt:lpstr>Background: Hybrids vs. Aerodynamics</vt:lpstr>
      <vt:lpstr>PowerPoint Presentation</vt:lpstr>
      <vt:lpstr>Scope: Research Objectives</vt:lpstr>
      <vt:lpstr>Scope: Variable Parameters (Cd)</vt:lpstr>
      <vt:lpstr>Coefficient of Drag Examples</vt:lpstr>
      <vt:lpstr>Scope: Modeling Methodology</vt:lpstr>
      <vt:lpstr>Scope: US06 Drive Cycle Analysis</vt:lpstr>
      <vt:lpstr>Scope: Speed vs. Energy Attribution</vt:lpstr>
      <vt:lpstr>PowerPoint Presentation</vt:lpstr>
      <vt:lpstr>Data Results</vt:lpstr>
      <vt:lpstr>Data Results</vt:lpstr>
      <vt:lpstr>Data Results</vt:lpstr>
      <vt:lpstr>Efficiency Conclusions</vt:lpstr>
      <vt:lpstr>How to Reduce Aerodynamic Force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2026-05-01T20:00:15Z</dcterms:created>
  <dcterms:modified xsi:type="dcterms:W3CDTF">2026-05-06T19:26:57Z</dcterms:modified>
</cp:coreProperties>
</file>